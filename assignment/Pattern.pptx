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4"/>
  </p:notesMasterIdLst>
  <p:handoutMasterIdLst>
    <p:handoutMasterId r:id="rId285"/>
  </p:handoutMasterIdLst>
  <p:sldIdLst>
    <p:sldId id="355" r:id="rId2"/>
    <p:sldId id="357" r:id="rId3"/>
    <p:sldId id="283" r:id="rId4"/>
    <p:sldId id="356" r:id="rId5"/>
    <p:sldId id="358" r:id="rId6"/>
    <p:sldId id="359" r:id="rId7"/>
    <p:sldId id="364" r:id="rId8"/>
    <p:sldId id="360" r:id="rId9"/>
    <p:sldId id="361" r:id="rId10"/>
    <p:sldId id="362" r:id="rId11"/>
    <p:sldId id="363" r:id="rId12"/>
    <p:sldId id="354" r:id="rId13"/>
    <p:sldId id="335" r:id="rId14"/>
    <p:sldId id="338" r:id="rId15"/>
    <p:sldId id="337" r:id="rId16"/>
    <p:sldId id="339" r:id="rId17"/>
    <p:sldId id="376" r:id="rId18"/>
    <p:sldId id="377" r:id="rId19"/>
    <p:sldId id="378" r:id="rId20"/>
    <p:sldId id="379" r:id="rId21"/>
    <p:sldId id="381" r:id="rId22"/>
    <p:sldId id="382" r:id="rId23"/>
    <p:sldId id="383" r:id="rId24"/>
    <p:sldId id="384" r:id="rId25"/>
    <p:sldId id="410" r:id="rId26"/>
    <p:sldId id="411" r:id="rId27"/>
    <p:sldId id="380" r:id="rId28"/>
    <p:sldId id="391" r:id="rId29"/>
    <p:sldId id="392" r:id="rId30"/>
    <p:sldId id="393" r:id="rId31"/>
    <p:sldId id="394" r:id="rId32"/>
    <p:sldId id="395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9" r:id="rId42"/>
    <p:sldId id="408" r:id="rId43"/>
    <p:sldId id="42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365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443" r:id="rId61"/>
    <p:sldId id="444" r:id="rId62"/>
    <p:sldId id="445" r:id="rId63"/>
    <p:sldId id="446" r:id="rId64"/>
    <p:sldId id="447" r:id="rId65"/>
    <p:sldId id="448" r:id="rId66"/>
    <p:sldId id="449" r:id="rId67"/>
    <p:sldId id="366" r:id="rId68"/>
    <p:sldId id="450" r:id="rId69"/>
    <p:sldId id="451" r:id="rId70"/>
    <p:sldId id="465" r:id="rId71"/>
    <p:sldId id="452" r:id="rId72"/>
    <p:sldId id="453" r:id="rId73"/>
    <p:sldId id="466" r:id="rId74"/>
    <p:sldId id="454" r:id="rId75"/>
    <p:sldId id="455" r:id="rId76"/>
    <p:sldId id="456" r:id="rId77"/>
    <p:sldId id="457" r:id="rId78"/>
    <p:sldId id="464" r:id="rId79"/>
    <p:sldId id="458" r:id="rId80"/>
    <p:sldId id="459" r:id="rId81"/>
    <p:sldId id="460" r:id="rId82"/>
    <p:sldId id="611" r:id="rId83"/>
    <p:sldId id="461" r:id="rId84"/>
    <p:sldId id="462" r:id="rId85"/>
    <p:sldId id="463" r:id="rId86"/>
    <p:sldId id="467" r:id="rId87"/>
    <p:sldId id="468" r:id="rId88"/>
    <p:sldId id="469" r:id="rId89"/>
    <p:sldId id="470" r:id="rId90"/>
    <p:sldId id="471" r:id="rId91"/>
    <p:sldId id="472" r:id="rId92"/>
    <p:sldId id="473" r:id="rId93"/>
    <p:sldId id="474" r:id="rId94"/>
    <p:sldId id="367" r:id="rId95"/>
    <p:sldId id="475" r:id="rId96"/>
    <p:sldId id="476" r:id="rId97"/>
    <p:sldId id="477" r:id="rId98"/>
    <p:sldId id="478" r:id="rId99"/>
    <p:sldId id="479" r:id="rId100"/>
    <p:sldId id="480" r:id="rId101"/>
    <p:sldId id="481" r:id="rId102"/>
    <p:sldId id="482" r:id="rId103"/>
    <p:sldId id="483" r:id="rId104"/>
    <p:sldId id="484" r:id="rId105"/>
    <p:sldId id="485" r:id="rId106"/>
    <p:sldId id="486" r:id="rId107"/>
    <p:sldId id="368" r:id="rId108"/>
    <p:sldId id="487" r:id="rId109"/>
    <p:sldId id="488" r:id="rId110"/>
    <p:sldId id="489" r:id="rId111"/>
    <p:sldId id="490" r:id="rId112"/>
    <p:sldId id="491" r:id="rId113"/>
    <p:sldId id="492" r:id="rId114"/>
    <p:sldId id="493" r:id="rId115"/>
    <p:sldId id="494" r:id="rId116"/>
    <p:sldId id="495" r:id="rId117"/>
    <p:sldId id="496" r:id="rId118"/>
    <p:sldId id="497" r:id="rId119"/>
    <p:sldId id="498" r:id="rId120"/>
    <p:sldId id="499" r:id="rId121"/>
    <p:sldId id="500" r:id="rId122"/>
    <p:sldId id="501" r:id="rId123"/>
    <p:sldId id="502" r:id="rId124"/>
    <p:sldId id="503" r:id="rId125"/>
    <p:sldId id="504" r:id="rId126"/>
    <p:sldId id="505" r:id="rId127"/>
    <p:sldId id="506" r:id="rId128"/>
    <p:sldId id="369" r:id="rId129"/>
    <p:sldId id="508" r:id="rId130"/>
    <p:sldId id="544" r:id="rId131"/>
    <p:sldId id="545" r:id="rId132"/>
    <p:sldId id="546" r:id="rId133"/>
    <p:sldId id="547" r:id="rId134"/>
    <p:sldId id="548" r:id="rId135"/>
    <p:sldId id="549" r:id="rId136"/>
    <p:sldId id="550" r:id="rId137"/>
    <p:sldId id="551" r:id="rId138"/>
    <p:sldId id="552" r:id="rId139"/>
    <p:sldId id="553" r:id="rId140"/>
    <p:sldId id="554" r:id="rId141"/>
    <p:sldId id="555" r:id="rId142"/>
    <p:sldId id="556" r:id="rId143"/>
    <p:sldId id="557" r:id="rId144"/>
    <p:sldId id="558" r:id="rId145"/>
    <p:sldId id="559" r:id="rId146"/>
    <p:sldId id="560" r:id="rId147"/>
    <p:sldId id="543" r:id="rId148"/>
    <p:sldId id="561" r:id="rId149"/>
    <p:sldId id="563" r:id="rId150"/>
    <p:sldId id="564" r:id="rId151"/>
    <p:sldId id="565" r:id="rId152"/>
    <p:sldId id="566" r:id="rId153"/>
    <p:sldId id="567" r:id="rId154"/>
    <p:sldId id="568" r:id="rId155"/>
    <p:sldId id="569" r:id="rId156"/>
    <p:sldId id="571" r:id="rId157"/>
    <p:sldId id="572" r:id="rId158"/>
    <p:sldId id="573" r:id="rId159"/>
    <p:sldId id="574" r:id="rId160"/>
    <p:sldId id="575" r:id="rId161"/>
    <p:sldId id="576" r:id="rId162"/>
    <p:sldId id="577" r:id="rId163"/>
    <p:sldId id="578" r:id="rId164"/>
    <p:sldId id="579" r:id="rId165"/>
    <p:sldId id="580" r:id="rId166"/>
    <p:sldId id="581" r:id="rId167"/>
    <p:sldId id="582" r:id="rId168"/>
    <p:sldId id="583" r:id="rId169"/>
    <p:sldId id="584" r:id="rId170"/>
    <p:sldId id="585" r:id="rId171"/>
    <p:sldId id="586" r:id="rId172"/>
    <p:sldId id="587" r:id="rId173"/>
    <p:sldId id="588" r:id="rId174"/>
    <p:sldId id="589" r:id="rId175"/>
    <p:sldId id="590" r:id="rId176"/>
    <p:sldId id="591" r:id="rId177"/>
    <p:sldId id="592" r:id="rId178"/>
    <p:sldId id="593" r:id="rId179"/>
    <p:sldId id="594" r:id="rId180"/>
    <p:sldId id="595" r:id="rId181"/>
    <p:sldId id="524" r:id="rId182"/>
    <p:sldId id="525" r:id="rId183"/>
    <p:sldId id="527" r:id="rId184"/>
    <p:sldId id="528" r:id="rId185"/>
    <p:sldId id="529" r:id="rId186"/>
    <p:sldId id="530" r:id="rId187"/>
    <p:sldId id="531" r:id="rId188"/>
    <p:sldId id="532" r:id="rId189"/>
    <p:sldId id="533" r:id="rId190"/>
    <p:sldId id="534" r:id="rId191"/>
    <p:sldId id="535" r:id="rId192"/>
    <p:sldId id="536" r:id="rId193"/>
    <p:sldId id="537" r:id="rId194"/>
    <p:sldId id="538" r:id="rId195"/>
    <p:sldId id="570" r:id="rId196"/>
    <p:sldId id="539" r:id="rId197"/>
    <p:sldId id="540" r:id="rId198"/>
    <p:sldId id="541" r:id="rId199"/>
    <p:sldId id="542" r:id="rId200"/>
    <p:sldId id="509" r:id="rId201"/>
    <p:sldId id="510" r:id="rId202"/>
    <p:sldId id="511" r:id="rId203"/>
    <p:sldId id="512" r:id="rId204"/>
    <p:sldId id="513" r:id="rId205"/>
    <p:sldId id="514" r:id="rId206"/>
    <p:sldId id="515" r:id="rId207"/>
    <p:sldId id="516" r:id="rId208"/>
    <p:sldId id="518" r:id="rId209"/>
    <p:sldId id="519" r:id="rId210"/>
    <p:sldId id="520" r:id="rId211"/>
    <p:sldId id="517" r:id="rId212"/>
    <p:sldId id="521" r:id="rId213"/>
    <p:sldId id="522" r:id="rId214"/>
    <p:sldId id="523" r:id="rId215"/>
    <p:sldId id="350" r:id="rId216"/>
    <p:sldId id="616" r:id="rId217"/>
    <p:sldId id="620" r:id="rId218"/>
    <p:sldId id="617" r:id="rId219"/>
    <p:sldId id="618" r:id="rId220"/>
    <p:sldId id="344" r:id="rId221"/>
    <p:sldId id="345" r:id="rId222"/>
    <p:sldId id="346" r:id="rId223"/>
    <p:sldId id="347" r:id="rId224"/>
    <p:sldId id="348" r:id="rId225"/>
    <p:sldId id="349" r:id="rId226"/>
    <p:sldId id="351" r:id="rId227"/>
    <p:sldId id="352" r:id="rId228"/>
    <p:sldId id="325" r:id="rId229"/>
    <p:sldId id="601" r:id="rId230"/>
    <p:sldId id="603" r:id="rId231"/>
    <p:sldId id="604" r:id="rId232"/>
    <p:sldId id="605" r:id="rId233"/>
    <p:sldId id="606" r:id="rId234"/>
    <p:sldId id="600" r:id="rId235"/>
    <p:sldId id="607" r:id="rId236"/>
    <p:sldId id="608" r:id="rId237"/>
    <p:sldId id="609" r:id="rId238"/>
    <p:sldId id="610" r:id="rId239"/>
    <p:sldId id="326" r:id="rId240"/>
    <p:sldId id="596" r:id="rId241"/>
    <p:sldId id="598" r:id="rId242"/>
    <p:sldId id="385" r:id="rId243"/>
    <p:sldId id="614" r:id="rId244"/>
    <p:sldId id="613" r:id="rId245"/>
    <p:sldId id="615" r:id="rId246"/>
    <p:sldId id="612" r:id="rId247"/>
    <p:sldId id="387" r:id="rId248"/>
    <p:sldId id="388" r:id="rId249"/>
    <p:sldId id="418" r:id="rId250"/>
    <p:sldId id="390" r:id="rId251"/>
    <p:sldId id="419" r:id="rId252"/>
    <p:sldId id="396" r:id="rId253"/>
    <p:sldId id="397" r:id="rId254"/>
    <p:sldId id="398" r:id="rId255"/>
    <p:sldId id="399" r:id="rId256"/>
    <p:sldId id="412" r:id="rId257"/>
    <p:sldId id="413" r:id="rId258"/>
    <p:sldId id="414" r:id="rId259"/>
    <p:sldId id="415" r:id="rId260"/>
    <p:sldId id="416" r:id="rId261"/>
    <p:sldId id="417" r:id="rId262"/>
    <p:sldId id="428" r:id="rId263"/>
    <p:sldId id="429" r:id="rId264"/>
    <p:sldId id="430" r:id="rId265"/>
    <p:sldId id="431" r:id="rId266"/>
    <p:sldId id="432" r:id="rId267"/>
    <p:sldId id="433" r:id="rId268"/>
    <p:sldId id="336" r:id="rId269"/>
    <p:sldId id="328" r:id="rId270"/>
    <p:sldId id="310" r:id="rId271"/>
    <p:sldId id="353" r:id="rId272"/>
    <p:sldId id="312" r:id="rId273"/>
    <p:sldId id="314" r:id="rId274"/>
    <p:sldId id="313" r:id="rId275"/>
    <p:sldId id="316" r:id="rId276"/>
    <p:sldId id="315" r:id="rId277"/>
    <p:sldId id="317" r:id="rId278"/>
    <p:sldId id="319" r:id="rId279"/>
    <p:sldId id="318" r:id="rId280"/>
    <p:sldId id="434" r:id="rId281"/>
    <p:sldId id="599" r:id="rId282"/>
    <p:sldId id="597" r:id="rId28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685B"/>
    <a:srgbClr val="6B914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>
      <p:cViewPr>
        <p:scale>
          <a:sx n="100" d="100"/>
          <a:sy n="100" d="100"/>
        </p:scale>
        <p:origin x="720" y="-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microsoft.com/office/2016/11/relationships/changesInfo" Target="changesInfos/changesInfo1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notesMaster" Target="notesMasters/notesMaster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handoutMaster" Target="handoutMasters/handout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presProps" Target="presProps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viewProps" Target="viewProp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theme" Target="theme/theme1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tableStyles" Target="tableStyles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9DAC188B-748D-4CEB-9C49-D4E70EE7B328}"/>
    <pc:docChg chg="undo custSel addSld delSld modSld sldOrd">
      <pc:chgData name="Shambhu Kumar" userId="74963117abc18628" providerId="LiveId" clId="{9DAC188B-748D-4CEB-9C49-D4E70EE7B328}" dt="2025-11-13T07:26:30.474" v="78"/>
      <pc:docMkLst>
        <pc:docMk/>
      </pc:docMkLst>
      <pc:sldChg chg="ord">
        <pc:chgData name="Shambhu Kumar" userId="74963117abc18628" providerId="LiveId" clId="{9DAC188B-748D-4CEB-9C49-D4E70EE7B328}" dt="2025-11-11T07:39:05.567" v="74"/>
        <pc:sldMkLst>
          <pc:docMk/>
          <pc:sldMk cId="2567117876" sldId="364"/>
        </pc:sldMkLst>
      </pc:sldChg>
      <pc:sldChg chg="ord">
        <pc:chgData name="Shambhu Kumar" userId="74963117abc18628" providerId="LiveId" clId="{9DAC188B-748D-4CEB-9C49-D4E70EE7B328}" dt="2025-11-13T07:26:30.474" v="78"/>
        <pc:sldMkLst>
          <pc:docMk/>
          <pc:sldMk cId="457776273" sldId="3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2FBE5-74BB-7A01-15B8-F1A985BE3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Shambhu Kumar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F7909-479A-B4E5-9C44-446764A75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72038-633C-44D2-B105-B1B1E57076C0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26B9-46EC-BBCB-2328-54AEB1EB6B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Shambhu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2C234-AA61-0511-E312-3EF9B22802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6561E-A8C8-46DF-93B8-E4884DA7A3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13800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Shambhu Kumar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2FEAD-29D7-4662-A940-231684A7278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Shambhu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B0873-A6BE-4F0F-92F6-454C04B2C8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87544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91F81-6A08-4F19-B96D-CC49ADA816D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871AD-F8FB-430D-897B-EF39D41E6BC8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 dirty="0"/>
              <a:t>Shambhu Kumar </a:t>
            </a:r>
            <a:r>
              <a:rPr lang="es-ES" dirty="0" err="1"/>
              <a:t>QSpiders</a:t>
            </a:r>
            <a:r>
              <a:rPr lang="es-ES" dirty="0"/>
              <a:t>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42B70A-BA25-7871-4846-3827D0C6BA01}"/>
              </a:ext>
            </a:extLst>
          </p:cNvPr>
          <p:cNvSpPr/>
          <p:nvPr userDrawn="1"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1CCCF-E16C-406D-AA15-B635095F1954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96D4-0296-4215-9EC5-070D4E30F130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1B7F-FBC7-45F3-B556-54387DB801B3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0CFE-12C9-4AF7-A3A5-51E3D7E5C017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8A9FE-9886-4208-A18F-B85CC7ED9A56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3F78C-26F6-45B1-99C5-27774074250D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E9AB2-964F-4CA8-84FB-D50B26256CD5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673E7-47B5-439F-995D-D1E8D316C6CE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AA6F2-198D-48B7-9532-D9805B7E2BF2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04F3A-40F6-4ABE-AE16-A9C623F4B84C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 err="1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6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Pattern Programming 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32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@javac_java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399981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@kumarsam07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77000" y="2389455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CFCC53-82E3-A793-59BE-F3F0CF688D1E}"/>
              </a:ext>
            </a:extLst>
          </p:cNvPr>
          <p:cNvSpPr/>
          <p:nvPr/>
        </p:nvSpPr>
        <p:spPr>
          <a:xfrm>
            <a:off x="2971800" y="3581400"/>
            <a:ext cx="2133600" cy="30480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29E1F8-00C3-04A0-8E9A-1E2DDCC58875}"/>
              </a:ext>
            </a:extLst>
          </p:cNvPr>
          <p:cNvSpPr/>
          <p:nvPr/>
        </p:nvSpPr>
        <p:spPr>
          <a:xfrm>
            <a:off x="152400" y="2953928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049" y="3439323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52A89B-7444-7B7D-D85A-9B4A5517A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25226"/>
            <a:ext cx="3847214" cy="2091014"/>
          </a:xfrm>
          <a:prstGeom prst="rect">
            <a:avLst/>
          </a:prstGeom>
        </p:spPr>
      </p:pic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5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800F9-AE5D-3A01-1BD5-9582BC7D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D514-41D0-546A-F281-8C247512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1331A-E977-9274-8888-B93FE39D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9EECF-A35E-9008-36D4-DFFD9144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0ED3E-139C-0B5F-7516-EF617549BDF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70185A-E90E-EAB0-8594-39D1EE0F9B5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E4B1B8-FFF9-AC52-6E91-439E5E841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16" y="2716608"/>
            <a:ext cx="6211167" cy="323895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9DB1E3-C16F-1FF3-3278-A0E4F348939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1302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FE5BD-5891-F2EE-41F7-3D959F3A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C635-F3BD-D990-C9BF-5D2E0550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3DFDB-DA02-FC1C-3C05-A4B98969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F575C-21D2-60A2-5F33-892F73AC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83D9E-A032-4155-0A84-C3AEA5BCC12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DF719F-3F3C-88C0-ECC0-AF602A51272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7CEDB-43EA-4AE3-F894-49D7D3503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489111"/>
            <a:ext cx="5844861" cy="321693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2E2B99-FBD4-9C37-ECDC-7DFE44C1B5F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0386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F029-9170-2BAE-C3F1-D86FCBF9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584F-91E0-3C49-F1CC-0740EA2A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9C0C5-7A2B-A590-5DB6-8D993203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1E69E-20A6-0329-D741-A853424E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92BB6-A944-B0FA-E990-87405CD6B3F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397B6E-8996-4FF5-50FA-E1CDAA18A24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1DFB46-7478-2798-67F9-4905C0DCF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056" y="2706496"/>
            <a:ext cx="6039693" cy="324847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9AB91E-389D-4AC2-39E0-9A24BAE0EF0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4523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F92FB-E65D-0892-6E3D-E02CAD5D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3BAF-00E9-0081-3DE9-E35E4EA5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74552-B073-6064-B257-B33DBD2F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76953-8C0E-F575-5998-70C6E9E1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53F9-4BE1-7624-811B-58BEEDFF9FB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A047E0-D056-159D-E93F-4520D295EF9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1717B-4A13-90A6-871D-BB10A8C4A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423" y="2524553"/>
            <a:ext cx="6106377" cy="325800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AFE6AC-C7BE-2CE6-B192-57C60F510BD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519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0ED19-3821-AD2F-DE1D-174E3091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52EA-72DA-F81B-434D-EE92795F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8E40C-D931-4689-FE3F-11C3001B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ED05B-C221-6F38-44DE-0FB667BB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37D34-DC8A-9B63-95BD-7C9BA9DC539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0FABAF-F0F4-BB1F-FD13-063607435DF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37B79F-D6DC-7074-CCBF-4F6F268A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286000"/>
            <a:ext cx="4841265" cy="383416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2EE892-2D6F-3032-A67E-015A81FFC1F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0193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E62C1-2137-A87B-C898-C6311A62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936C-A0AF-7A06-DF9F-66706AB9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18169-0398-916E-A406-01450FB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F6D10-5262-DAEF-DB31-FCFE7DDD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76918-9828-E961-3827-AD672D59F40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9936E7-A74F-0DA8-A2CC-63A3F33CE27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8E6B5-CDF6-8E1B-E706-5C3EB487E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45" y="2706948"/>
            <a:ext cx="7027709" cy="247316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A05882-3094-F5D2-7957-4C5F65B65F90}"/>
              </a:ext>
            </a:extLst>
          </p:cNvPr>
          <p:cNvSpPr/>
          <p:nvPr/>
        </p:nvSpPr>
        <p:spPr>
          <a:xfrm rot="19756096">
            <a:off x="5807034" y="4826653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EA9A9C-D137-C492-2A91-37746A7E5FA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6711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021E2-015F-403F-1BCB-CC707542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6221E-914B-A1C5-C2F6-FE459CB3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F6C28-84D7-2EE7-333C-FF3830E5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B3A4A-BC28-99E7-2AB3-89E458DB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706AA-F4CB-20B2-69FB-BB499E15874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75503C-DD25-E358-D0DA-D5A724C77BE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3A387-6361-C40D-1140-F44E0A049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2347327"/>
            <a:ext cx="4876800" cy="35119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9A76B1-632B-150D-D50E-CF214F59193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8103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55157-5784-0ADE-761D-3F28AFFE7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9CE02-B7AF-5A28-B7B4-19B1534F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68884-3E3B-32B5-A3E5-AC4EA89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FD065-97E6-B772-3123-CB24484F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59D7E-9AC7-F824-1CFD-0A992DC97A5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2DDC2B-324C-83A5-2FA7-0CB8A751E38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4EA226-E808-5997-FA48-93A93D4FE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399074"/>
            <a:ext cx="4999444" cy="351812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68A290-B4A8-3CC0-C6AF-DC4F0E4B911A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437D21-4C32-CD22-5437-717A581BFA2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5690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9264-26C7-89B0-6B54-E8DC25F0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5E01-D5F2-C869-CB40-6B3C9EF5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0EFA4-9D1B-108D-982D-EEF999C4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D71E9-4E3B-6C4F-E348-11BA9514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85E5A-8993-7FB5-36AF-1A322137ADA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87CE22-0828-05CD-5C33-2B354981DD1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71F7D7-B27A-FFD1-7AF4-BF28ACA16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385837"/>
            <a:ext cx="4419600" cy="371559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B07BD4-FB75-1543-578E-957BB50EEA5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89221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DF22A-69A4-1049-90B5-3B4537AD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D291-765D-B6B7-D5BD-6D6FC4F0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35FEC-4111-7FD7-0B13-B676DFFD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31307-4B84-A085-3C41-7BB1DA8A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B318D-1129-253E-8815-B98E9989138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32E76A-2AA0-69C0-9080-F1DA6609532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FF9005-39EF-ABF0-BF34-42F469128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86000"/>
            <a:ext cx="3453494" cy="377227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BCD249-50BC-1686-DC3F-9489E45BC57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58412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86AAB-F2D7-3B94-2322-710B4312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38FC-EB36-A16D-C5D6-74C400DCF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D1567-707A-0B11-DCBD-1E483412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692E6-26FF-03DB-A291-17ED3BD2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251C9-3F88-6976-EA72-2AD985864D2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3F5168-85E5-B097-B43D-C537C33F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6477000" cy="374063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499308-0698-086D-199E-8605DDC10E3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07EF38-CC0C-1E6C-F0BB-30EE40A4A3F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6F0653-0D37-971B-8C85-4C0B8D178B3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04971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4FB9F-F611-CB37-5D72-72B6FD15D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4A10-C2A0-28A0-E7AE-9711EA09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62AAE-8E00-A9E0-154C-1B3E77FC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7FEBC-1E68-6541-3C0D-F2C64C38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92219-332E-9D9D-E62E-D1F48D5D476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3FD4A8-BA31-F2B2-469A-BCB415D90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320610"/>
            <a:ext cx="5029200" cy="383995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CF2CD5-F0EC-80D1-1F11-2E994FC5ED3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13AE51-C752-0BE9-732A-C501757CFA4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6C76CD-C33F-AE6F-9398-04D4A9AE917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49239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5C1DC-88A1-A6D0-6ED0-6F360D9C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CE3A-DF50-6B09-FBDC-A5FBAF98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C15BA-D3E8-1AB0-B192-192C43F0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B4CA3-30CD-8E5B-CE3D-254B841C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8D45C-C219-F38C-AF79-C3C46C6EAF0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FDE2B7-B6CE-7DCF-313B-786F31D7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40" y="2385837"/>
            <a:ext cx="4504660" cy="38611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C7BACB-34F0-320E-BEA1-2635624A87D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11542F-6DE0-7E27-E9B0-7F6C96AC6AA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3287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C0BFD-0D0E-0D79-DD35-85BDE497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87DA-ECDE-8873-1F89-B82159EF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9E2A4-3FC7-5893-66F3-CFB6032C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4D4C8-8119-A132-B80F-D227E0B2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3BC28-32C7-2C66-74EA-36704D4DCC0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1373F0-6CD3-7C48-C9AE-121A44AF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44" y="2399074"/>
            <a:ext cx="4737155" cy="369219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D37BB2-45A6-99FD-CC03-F8ACC23A5A7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D04205-0538-A694-7D3A-700623DBC60D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AE25A9-BF55-A868-99B4-EE4441DF7B4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18345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DD81D-4420-DB02-F83F-2B82BE3A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0E79-7648-13AF-E50E-45D547FF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0D008-E480-A59F-B89D-B7F5CA3C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C0A3F-3FB4-2CC4-C9C1-3C842FE4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7F9B2-BC6D-9F8B-A145-D9BDD2A68A3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059F2-FDD0-48C2-C6D9-0086BF1A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209800"/>
            <a:ext cx="4876800" cy="384342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C89B5A-902F-758A-4577-D67C914549F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5C5BE4-2146-CC1D-4DB5-7BC00E8098C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33343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DEF814-4D8B-BDC2-727B-96A514C3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70D3F-DE40-B834-D3FF-C1FCDA7A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FA207-EC59-DEE7-6EB2-6F7A9C620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54326-D233-8A8F-A495-963586F2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62A6D-B555-A4A6-3F1F-51D83DA5C32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35BE07-E890-DC9A-05ED-8A2FEEFD8CD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113F59-E88E-9475-7DB3-00B3B4C8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41102"/>
            <a:ext cx="5065291" cy="350860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478AE-BEBA-1A08-B2B1-59A308E74D3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28158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6870B-D533-038D-7EE4-383D3BF4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EC36-7B99-ADEC-80C0-781F7DF6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DD3A0-10BB-C62B-085B-E4B2AC74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5F9DF-233B-4F54-0CCB-94EA256B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AF4CA-65B2-14AD-70DD-931927FEFD6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9013A6-C608-9DB9-52B0-C99E8A40758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F3D1F9-EE1F-36B9-785F-C1BDF8D0D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99074"/>
            <a:ext cx="5305846" cy="35400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35AA90-097E-D0B2-B55F-76C62F15661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2707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8BCC5-1BAC-EE39-079B-E8FC69B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A8CB-AC85-7DC2-F503-1AFECC8C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0F835-8382-94B1-6008-4831B6AE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4B728-5A09-237C-63F8-B05B0282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E635D-F783-AA85-0DB4-D043D33EBEE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8E034B-05DA-8287-8964-E4287AB6D96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EF502-0F76-4472-E0AA-E58EFFA89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540" y="2455480"/>
            <a:ext cx="5038060" cy="36235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CC99B8-6A1C-7B4D-706E-03A7F8B7E19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16349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7E421-30E4-150B-1CAA-02CE95929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78A1F-A634-8F5E-4E8F-746F4E82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B8D66-EA39-DBF6-C70D-FF74159C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F4DAD-8CAB-110E-0621-426FD270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C9174-9EAD-6CCD-64E4-1B6D12671D8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28E266-3CFC-A99E-03D9-1290DC30728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3C3CC-25BC-853B-EC4C-94E69597C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290" y="2504580"/>
            <a:ext cx="5412817" cy="35152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8590AB-9B41-49BC-A76B-D5C16E7FE3A4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215B78-F165-2B86-58BB-BEEFAC6F196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19220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D9329-9412-8D3C-15FA-F4F020EA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60A1-DADB-7A7D-7249-604DACCE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B5C6B-83E8-B48B-7476-9E992826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52494-418A-19A6-09BC-555457EA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B4052F-F345-30C3-02C9-E4381E55F22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180BD4-FF31-4FE1-B804-CC1E695966B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304ED3-F7CB-CFF1-67CD-660645EA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132" y="2385837"/>
            <a:ext cx="5686878" cy="37523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261CCE-58FB-D972-800D-3A71A1D1CE2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4875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350C3-BCA7-D94F-20D0-CD46F313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990C-EC06-4F93-DFB6-E269554D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4C950-E934-51C9-DC46-78389E24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FFCC4-2740-732D-F2B8-69F375B6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AED90-3D2F-70F3-C99F-3CE1224C06C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AB2D8-DBAA-4BD4-7F80-9890354F332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31E89B-A903-5B2C-5E1E-66E6A1E76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16" y="2385837"/>
            <a:ext cx="5246271" cy="3710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1EC7FB-626E-9BB9-A0F7-8DEDF510D77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418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1FC67A-E033-EEEC-970E-EDB4AA4F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7D9-BF5B-3A59-D87F-876F63FD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920D4-48E3-E27C-8B77-837F5155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8FDCC-259A-C9E8-2E74-645C23B0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A5C9E-41B5-C8CA-96E0-34E40C74A09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829FA5-2B50-28A1-004F-D114BCFFD5E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350C0C-103E-EC18-7092-D9880E5AA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67116"/>
            <a:ext cx="6296904" cy="3258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59C649-ABD7-3AFB-ADD4-B6B9AD7ECC6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0762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FEDB9-94EE-41D7-D88F-4FC7CC8B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1AA7-FF70-FC8A-2DAA-92BBB03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3987A-89D5-C9C9-C9E5-634C987E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88358-AB31-3D9D-4F23-6CE44F0C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4AAE6-A1CD-E794-A957-1B33B03E0BE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C112C8-FB80-62A9-B2CF-66CD02D09C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5401C4-8C04-4029-8872-5D75A9A8A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06" y="2512148"/>
            <a:ext cx="6182588" cy="3315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8E23F9-B5FD-4680-928D-CD915AB4A02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57776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7086E7-7DC6-1BCA-92DF-3363C504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AD75-26B3-7A1E-5296-9245820B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A2678-13E4-7A98-3838-8EB34951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AF3DA-4EF2-DAF6-4FDA-8BE83568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A7C03-6542-3F4A-98D1-360B12EBF8C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9E8C09-901E-8F52-E0D4-4395C036DB2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0A2C33-B4A2-61F4-918C-B44A5F1CE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581" y="2512148"/>
            <a:ext cx="6230219" cy="31151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2DD3EA-76C4-C84C-C7AC-B0A4E627A7B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94581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9DAD3-A717-025E-BB28-C88FA3DE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2981-248A-2DB6-1686-53A65C72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AF722-37D0-858C-7ACA-8E1915BE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AC2A6-B5B6-5896-C1FB-C56D56BC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69335-72FF-DB17-2771-2C734BB74EC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A9E575-CDE4-AAF5-3449-E4FAFA919C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C3AD1-E53D-5EBB-C725-2A99A7100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90" y="2817751"/>
            <a:ext cx="6230219" cy="3010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4B28FF-32FC-85A3-69EB-E1CD26F3101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79409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ED819-A973-0486-BA4B-72892B7E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9E6A-D172-9C10-5BD6-70CCAF7D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ABFDD-CAA9-26C0-0558-086A4758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08863-8305-71F4-8D7B-505FBDCC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81FDC-226F-DEDA-70CF-5A80C8BB7C1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5C299C-5553-202F-9993-DE6A2D3B6BB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BA75C4-EAA4-1C40-0622-26BEE57F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54042"/>
            <a:ext cx="6182588" cy="3620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80CEF0-4CE0-5532-38C7-7ACEB7A3977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90615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1223C-AD65-9CD0-EA04-878255B4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5A45-2404-EE1A-D0E9-0538F8D8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8F2C0-D801-3A57-1F1C-219AFAD98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695E5-7F53-BB65-4E74-D9E5320D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CFFD02-D770-3B5D-950B-91190AF9B38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FAF073-BF34-C6F3-0B15-79439B7B0D2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1D97F-98B5-C446-CEFE-66B2E81DA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90" y="2743200"/>
            <a:ext cx="6230219" cy="3077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764C06-D213-2702-FA14-D80D715984E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8166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38BEA-C9CF-72D0-669E-3B69E421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4CA55-5A57-77D4-461D-53442211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9FD3B-6126-180E-EC1D-10FE5390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69FEA-9ED7-DBDD-1EB8-7ADED74D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A081E-13C0-56DB-008B-0DB11E42159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23C14A-2B68-53EB-9E2D-66924A5F5D2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484B3-5294-6695-8CF0-EB82EB9AD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19400"/>
            <a:ext cx="5963482" cy="2896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FDB989-8DE1-D0DD-E8F2-FCCBFDFD46E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91892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FE911-6780-B434-F0E7-DD1B4576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4676-5773-590C-B93E-BA8F1F22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965F4-D1F7-7C87-E089-0311F7E46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02332-94A9-7631-01F2-909C813C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3A592-1783-B59A-15E6-CC29A287DEA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A75E78-F0DD-5506-4E62-41CD7BC914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9E4DEA-615D-7405-AAF6-A614D157C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664" y="2628273"/>
            <a:ext cx="5887272" cy="29722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958164-D7C2-EC55-2CDA-9BCFEF150FB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41727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C2273-6200-5F26-E55D-20A6EE1E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840D0-1F93-6528-126D-EC8DD645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8B7D3-6F85-833D-3DA2-E71E2458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6E9B4-AE51-F5C4-214C-26FD39EA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A6120-CB8E-BA4C-29E5-A43E1912609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C437E9-3FBB-499A-3BE9-4773F694B16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17EFE4-26EF-1CA8-F8C2-6FCA7F42E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81" y="2489985"/>
            <a:ext cx="6049219" cy="310558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D5CB5E-CDB6-D481-0E14-45EC6A0773E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34560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A8C81-14C3-C502-470C-1F60B2C5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29A4-6BC3-BD1B-1225-B263B86F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91214-DEE4-92A2-79F9-71A30116B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EA5A9-FBEC-D19A-B8BD-9BD01BFD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A236A-44DE-EA0A-3752-986D7FE421E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4C1378-41D3-FE6F-AE39-748BA300DBC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5FC8D-287A-BF65-B897-80BE9E9C7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706" y="2563027"/>
            <a:ext cx="6182588" cy="303889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2D9A8-1969-2D3A-E58D-AAFF19BC1A2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80444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0D54B-BFE1-DD97-4D31-5C80B524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441F-DB32-3F2D-A0E4-839620DC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12DF9-4181-E1B1-CBD1-08E44EEC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A332C-C892-A044-DA5A-C6AC2A7A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2D534F-6B51-8E54-4B36-6E32FC918E5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41DB65-6E3C-E517-65C5-F87B6C1C98E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24462C-01D4-E53C-CF61-AF3D94D53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686" y="2385837"/>
            <a:ext cx="6192114" cy="3677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C99D1E-5D8F-25C9-B5A9-2137B3492E4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91742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523AC-3B75-F06F-9ED1-54E5C826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349D-3E75-29FA-8684-AAEA674E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18892-AA93-BF67-64C3-5A58C3733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9F876-D53C-B4DE-737D-61743F65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5F892-3736-5956-43B2-769CEE5C44A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4DD645-34D7-2896-21AE-03FB440374D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4E712-49F5-F164-81ED-C53D6EE58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109" y="2422412"/>
            <a:ext cx="6173061" cy="36676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F609DD-27DB-8976-4ED7-5CA211D43B7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9147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6173C-A413-B85E-9EA7-1C15E47F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7EEE-2A15-AC80-9FE0-D7603D6D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0A74A-13FD-02A9-A52A-4C2EE07E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7D3BE-A48A-E3E0-0423-F033BE44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26311-4776-7FF2-8BE6-ED767A4985F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C65FFA-48CF-8824-EAD7-4071AD17771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FBAD57-AE97-FCDD-5716-F8694FB8D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270" y="2364271"/>
            <a:ext cx="5630061" cy="37438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273B41-D2F8-2341-DDFC-B3665BD1E6C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91805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D4125-FD91-F17B-128F-5463F113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8FAB-3738-143D-F4F7-24F2D87B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8C62B-6481-909A-1BDB-55499163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3D055-86B4-4ECF-D55C-42BE8274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7C10A-176C-372B-F855-E9A5C676726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E5C017-D153-0FD6-1650-85AE30A668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52FF6-4C6C-FB69-EA42-9815CA3EC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377211"/>
            <a:ext cx="6477904" cy="382005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5BF68B-13E8-29AC-61BB-721A00AB9C4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B013D9-E826-1287-7B37-DBA6696E867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44664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C3428-4F67-3001-231E-69EB3860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94B9-D8A3-170D-5F5D-8CD784B2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F5C90-82DB-6F18-F4C0-DC4F82CE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4ADF4-5AD6-372B-BEF2-C9EA4633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4EEE4-2BA6-A34E-1688-DF3303D9F08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535CEA-B707-E715-8FB8-47692EAB32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5A0A9E-207C-3425-7DC7-91787391B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399074"/>
            <a:ext cx="5887272" cy="372479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ADDDF-DF85-8F75-5401-EE1D44CB5D1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58133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C3869-5D9E-0721-0B76-F23F6371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84B3-4098-AA67-A080-A4721FFF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8451A-4905-5391-DF89-9EC80E70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20FA2-AF9F-FF29-07DC-75A9F079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90141-D11A-0B95-002C-5667F904AE9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3E5646-2F98-373E-FD5F-F65314FF37E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C7822E-E2BF-7872-CB98-1794EEE43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41" y="2359225"/>
            <a:ext cx="5157759" cy="367281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9E5308-B9FE-299B-2296-4EE522EDE2B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297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B3B29-37C5-F9BE-8FD1-41BC14A3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8989A-1642-3BC0-C5F1-58CF181CC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8E1E9-ABBC-90DE-9E42-B06A2130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61AE0C-DE54-AA62-8CE6-BF29A9E9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39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B72A5-32DA-B7EC-B763-ED142FF97E6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2335D5-615D-7E3D-255F-BC546954A0D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C45856-7CB7-BBDF-5110-4502F2471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38" y="2485672"/>
            <a:ext cx="5725324" cy="3620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E29466-FAE9-EBD8-B365-1F7B69EE44A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9268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A6CBD-2577-02CD-DF17-5B117C73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28B3-2E5A-082D-6A8F-D09667C8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713E-692B-48D8-4872-B1645DB3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F82B-FFF9-3BF0-6255-7884D558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4A09F-FBD3-8EA9-7C4A-ED7ED691AD3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54AF8A-12E0-817D-E4EA-39609F76F15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A263FB-B3F9-81E9-E889-8C893F8B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385837"/>
            <a:ext cx="6325483" cy="372479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F884C8-699E-7F48-C883-7B53F2C7522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93879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E1327-50D7-7F08-0CB3-205B8E7D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04CE-8B9C-F1E0-B011-46EFA11ED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316B8-3604-BDA3-F1DF-678B90D2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080D5-088D-C511-DB10-687CFEF0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5D7FA-6F38-F538-BF7B-501C01212D0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D5493E-A7E5-1767-48FD-45F4E1FCBC7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C1B06F-DD10-6CD7-3C7E-5F903CE7E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709633"/>
            <a:ext cx="6106377" cy="290553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541F9A-AFD5-106B-18D3-E1A9B1E40E9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09145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BDFB4-C503-E6AF-6707-C71699F6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E153-7AE2-8672-5497-1111F799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98C88-EDB4-88A1-D5B2-3E954184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23DBA-248D-D13F-A1FA-32CDEB42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7E669-70DE-CDF4-F864-D0A25C75783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8BDEFF-33D7-68E5-CDB7-D2A072DF67B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A2BC1-078D-6994-A276-2197C7A67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38" y="2859357"/>
            <a:ext cx="5725324" cy="29817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B47595-4216-D9C6-0D6C-6F57A16CD24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67922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0D4F4-F8F7-4B3F-D927-B0955DAC0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CAB6-505A-07E4-6B6D-0482DF77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E0986-F7A5-A0B4-F575-0BD4B9B9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4DE9E-E98A-93C7-1B90-CE472E72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51CF8-2B10-BC66-8010-30ED62630CE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BB1362-C1CC-2399-5C32-3B6BA3969E8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27BC29-39FB-A3CE-52D2-64C713A2A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15" y="2454042"/>
            <a:ext cx="5746985" cy="35174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F7261E-6091-1E7A-9FE2-1AC72DDBC79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81493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42BEE-D31F-E3C3-E084-0C81DB9D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415E-E93D-9614-7AE9-53B430C6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62264-3F59-A014-681E-EE020929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F09E9-DD6E-FC77-5353-AA3E2DD0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46BA8-A9E0-E7A7-DC2C-B0FFAE2A53B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08B5C04-19AA-4C07-EF4E-1370C154FDB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966C45-B422-05F7-D7AE-983C4383A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321" y="2385837"/>
            <a:ext cx="5410201" cy="369411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176C6E-D8FB-AEB6-319C-48418884572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71865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7F009-70F6-D516-5934-7C01CEB9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812C-1626-306A-DF58-4DA6AA89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D6C60-33E2-1EE3-BF63-01E43A91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2DC5B-073A-EED4-DA75-3C6B25E2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7A883-A461-EC55-639C-86C30E0AE98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055B50-1307-56B1-03B7-4073E472ECD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060AC0-1E64-ED88-DCFD-EAA4C500B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29507"/>
            <a:ext cx="5410201" cy="3606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1AE769-F4A0-8696-C86F-5C40A2C51CF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034488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B449D-A327-DDA3-D0B0-35B8A41F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C95C-14E1-8051-43FF-3CF2324A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BAE25-6020-DA29-A7A5-E125D6A2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29869-FBD5-AC14-1626-E2EE7CC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B5359-850F-01E5-FC87-870201D4B91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C92CDF-1585-960A-7126-1625D4DB3E2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A956EC-594F-0F4A-5590-AC1FCF539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243" y="2499728"/>
            <a:ext cx="5410200" cy="350071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5D2B5C-F48F-2CDB-C93F-A379E40AC36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17626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A8867-AE84-DD7E-13FC-3DA457D2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F496-5439-8C84-D076-B61DAA02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C926F-B11C-F4D8-BDE7-546BD74A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CA333-806D-21EC-0D55-9E69F220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BA9F1-BB20-E6C7-50E0-3E7CEFEBF5A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58C2FA-A5E2-1B64-477D-EA74CCC23AF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1737F3-7CDD-0EA0-0407-494718B5B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399074"/>
            <a:ext cx="5191664" cy="35982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BEBF43-A668-94DC-3050-3645F1D8F1D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003274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7F061-1AA7-F7DE-76A0-DFC893DF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EFDF-11BA-150E-6F1C-0A0E2F66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37A58-0C18-D413-3D5E-168F2BA1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7E655-7D71-51CC-8CA2-7F61C5CB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DF287-1A6C-CE63-FC7A-415DD0D2A18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CCB097-7791-3E36-4B3C-38F1ECA1B68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9FF25-D555-C0C5-8E66-F7292CB45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140" y="2462668"/>
            <a:ext cx="4897384" cy="34790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222175-1605-6F03-0194-A2D79D9CB96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667285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84FE3-F9D6-26D9-279E-71BC5C07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F6A0-1C71-31D1-159B-7A4A45A7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C0975-2A6A-393F-D5C6-C0AAE01EE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C3817-79AB-815D-1534-6090049B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49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51FFE-0B6D-73A3-A77B-A689B5A86EE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8723F4-25D9-C768-F63B-5DE84DDC0FD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462A1-BF13-C185-A49B-F28D09890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94895"/>
            <a:ext cx="5134745" cy="34497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4BDCC0-8FF0-6ED0-BC20-3A1BEF6B4E7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97207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DC292-EAB5-46FC-A97A-51078C7C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43CD-A0B7-2E45-CCD4-DE7A979B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81711-4561-45FF-E8F4-D866F6DA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0DE76-D89A-63C5-8440-D48B353A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E3A812-DDB0-3D09-A1BE-F8598A32946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7ACB3E-2C27-9571-62D3-061FD8E83AF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B0694-FA93-2F04-0E95-CB071012D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09134"/>
            <a:ext cx="5257800" cy="364348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2FE9CB-43B7-8FA9-BA9E-4DDD3102051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209667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B22A7-3ED9-76D4-6198-322F2A39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5A6E7-9867-9AC0-D23C-F39E7B36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F7093-50CF-43A7-6CFD-0B344499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EDE24-6B10-1E4C-8C10-9F9BDF81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DE1E3-6E2A-05BD-E6C4-FD564BADA9D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3E7071-AD3D-0BB0-A39C-7113FBE446E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C028C7-579C-AFE6-E03A-5239A88D7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82" y="2659304"/>
            <a:ext cx="6363588" cy="33818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02E25F-2CF6-6648-F341-D152DC6B7219}"/>
              </a:ext>
            </a:extLst>
          </p:cNvPr>
          <p:cNvSpPr/>
          <p:nvPr/>
        </p:nvSpPr>
        <p:spPr>
          <a:xfrm rot="19756096">
            <a:off x="5459430" y="3451787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3A6969-D2C0-DAAB-8424-5292669E2DA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39833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07DE8-0C80-8DF1-0A8D-973449DC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087F-20F3-F7D3-DD45-8CCBAAEF7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6AE3F-6032-D352-B150-03D7AE73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5C898-6D8C-A898-89DB-DE9F72A1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E19D8-C9EA-911B-F75B-887A7D31746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3DE43C-AA2B-A99C-4117-847B0D79F46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B6A863-6924-AAE6-54E1-70B8B50CE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813" y="2534048"/>
            <a:ext cx="5458587" cy="29341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741317-5269-2BD8-A194-234689279A91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4EF706-389A-698C-CCC8-AC72D79E1B6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3248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0A2B9-0527-D528-1416-13033826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BEB1-54F2-88D5-BBA1-6688F45A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CBBD-7638-4DE4-A9FF-6B27D505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7B711-6176-4A71-32A5-D5B61346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45AA7-DA63-9DBF-7762-34914F1C33C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66B567-B2E4-15E3-E7C8-AB9BFA18324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99B14B-466D-E44B-B3B2-57CE8CDD3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947" y="2567116"/>
            <a:ext cx="5792008" cy="290553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EC1E81-3F15-E644-B4D7-38669DBD55D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22202D-98E1-FC5C-D422-42766086082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679820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81D70-ACDF-0DB3-4E8C-55A21B37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CB5-3655-D267-7989-404A924A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BF4B4-5372-617D-0716-4D597229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96D6C-9D88-D02E-2EE8-F9A54F76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A8BDE-CD4B-16CA-DA6C-D4317D3D760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898812-B237-4706-BD00-41225A967D4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8F1B9F-F459-B5A2-D872-5F4ECA98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43" y="2554176"/>
            <a:ext cx="5849166" cy="29817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582B6D-5CAE-182B-A7F8-D0308671779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C27149-FC25-2D0E-B6C9-13ED50128F0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425235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BBB6C-F004-38B1-9563-0DA060A5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2BFA-CCCA-C53B-14AF-4AAD79AC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59328-F9C9-DBAF-076D-EDAF6DF9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AF48C-53B4-3B63-85F4-5A3A23C0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F10501-FFEF-0838-CD55-CD0897F9C30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702F2A-84D4-C36C-5CEC-C7B5A206FCF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0FBCBD-1C29-823F-F2A9-076DA0DBB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348" y="2577180"/>
            <a:ext cx="5753903" cy="308653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D0AA99-9809-B9C5-E4C0-CC469CC53496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37BC53-1775-2734-4102-BCE4773EF10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835241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1DF07-9C04-D0E8-834E-2F46181BF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1E12-F995-AB1B-15EC-1CEEE08F1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531B9-99D7-8BDB-14D6-732B42CF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B0914-170C-9D91-B8AA-19CA580A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4632E-36CC-CB13-EBCB-0120AF99199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482014-35ED-B4F1-9642-AE582575D97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F68216-C975-A031-C116-2F589715D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782" y="2667000"/>
            <a:ext cx="5582429" cy="3134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08C36A-7D16-55AB-5E11-544D785D189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70890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2C29D-5A81-1DF7-9CA3-8BF2DAB7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6328-AC35-14EF-9E9D-D9643196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E6B58-B3CE-4C1C-057C-21D8B972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B15D4-9BFE-7828-07C4-42CB2CB49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6D5D8-575D-A8E3-9862-25BB8471DCF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210A8F-CCD7-E6C5-72CD-BF3B81F4402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4D2BB-949B-DA9D-6FD9-6262089A0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823" y="2538027"/>
            <a:ext cx="5706271" cy="322942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A45EFC-2B45-95F4-1CB7-1268B297B98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577843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89AE3-CEBC-EEB8-6AB7-9460E35E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0028-3CE0-1E13-A68C-33A9BFDA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01B27-1F2F-20F8-CDAD-5D83D574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F3429-2F55-59F4-31E5-208D3319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30354-71D2-FDDC-5893-C4789EED255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A629F7-CDFF-C02C-0F66-D622AF320CA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2A91B3-C299-8C0D-138A-9C960D998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65" y="2567116"/>
            <a:ext cx="6058746" cy="302937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F8131D-CE01-CFCA-13C1-0BFCCE38B7F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85531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28698-FF52-BACD-4BF0-BE4ECF7F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54E93-E37E-2299-8406-FFB55435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2ABDE-734A-DCAD-851E-ABC52D76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FE66A-F0FB-26CB-60AB-CDC81312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59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38493-33FE-40E8-E1DA-5CC5BC48DA4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8E911B-5D22-939B-0C2D-BF26737868E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FF576C-17D8-CCCB-1A11-57C2F2943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13" y="2667000"/>
            <a:ext cx="5572903" cy="3010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83885E-ED39-37C5-33BC-1A1FCC80C24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9530517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E42D2-2043-6131-B287-8D36679DC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00FE3-8018-F9DB-5907-A3BDBF34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6BF11-65D9-3F79-19C8-ABC670B9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E8A45-F32F-100C-D035-57FF47A9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7895F-EAC7-9D43-FCB9-9ECB55679DF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C99C9C-F4AA-238E-35DE-862E8680AE4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A8571-DE41-22FC-68CA-96955726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5496692" cy="3057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2CFC4C-AFD7-B5CC-3A7B-1E4A561C48B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83122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AD600-9129-E1C3-2905-2A3E8807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C0979-F1EE-E43A-6014-A0E1CCAB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5D3F0-AE4E-A42D-9983-5CFF88C9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48C17-EE20-0A5B-09B7-91731CB4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C1BE5-A0CB-19BA-26C3-D853B2F905F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2C8AFB-EFA4-24C6-BB1C-0F02D46F28C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19B0B-DD6A-70CD-F69E-724A5717C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11" y="2667000"/>
            <a:ext cx="5744377" cy="303889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D83692-C2F9-A72D-5440-3F55A796996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28819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47B57-61C3-6529-D126-249384D9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7789-25D9-6703-7D88-BE0919B5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EBFA4-928A-6A24-A552-80AEB0F9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04A61-061D-84F8-E7E5-E1FE3752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AC52A-6719-747E-C321-EE687124BE9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59039B-C813-E1B7-C7FA-16FFE36A128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6ECC07-FACB-8BD3-0174-5CA44DA66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95" y="2743200"/>
            <a:ext cx="5973009" cy="301984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D98723-C0A1-5B30-57CA-7DA23986F839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3C6CFF-5DA9-B520-B5E2-A93D3946370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879896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C4E8B-3B62-EE3D-8BAB-CEB60AC8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5C469-FA40-B8AA-C8A4-EBFFE7C7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46930-3F07-22D4-7A58-8A73E0BB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512A5-607E-AC90-F26F-199D81D0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02FBB-3D11-C469-7009-C6915790E4D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9EFB42-06CF-AF00-AE4E-449D6FDA0A7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0B92F7-61F4-6223-3730-8373D8B5C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06" y="2667000"/>
            <a:ext cx="5639587" cy="3077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AAAFA4-F373-ADB0-EB82-467A47EB20A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064825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D5210-12B3-5D0D-1E40-B3DCBC64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49D3-EF82-FF62-66D1-911DB0E5C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DFE04-06E1-DDB4-6E84-DD80E9C9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8CACC-94F9-50AB-81F6-F9B61545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47BF9-128F-3ED5-B380-05CAD2F3E30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D6A236-036B-22E3-EDFB-C70E8093387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6E6F53-3F0D-84E4-711F-7456F785B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762" y="2667817"/>
            <a:ext cx="5687219" cy="293410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33D48F-2C9F-55E7-E444-E8512C6ED22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65032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0B396-0791-9D0B-3C9C-63B1D239B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C483-B03E-444D-2EE5-A28DF112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6E235-C866-40A8-1199-7B92B122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FFD05-B53F-4106-1394-4C18F2EE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5451B-7CA6-6D31-085B-AD1A4E542A2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4D8456-7214-0D51-E2C2-7FF9D70C0AE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0C7F64-582F-5408-B403-F4B7F3585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28" y="2682019"/>
            <a:ext cx="5334744" cy="290553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2E0395-1729-9337-AC82-6BB709ABCB5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97913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F3377-C4A7-9AF5-350A-0A600E24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8A-CF86-4CE8-3EC3-9E100CA8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C42893-E5D4-38D3-ABF5-8BADCE859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6350"/>
            <a:ext cx="3733800" cy="365125"/>
          </a:xfrm>
        </p:spPr>
        <p:txBody>
          <a:bodyPr/>
          <a:lstStyle/>
          <a:p>
            <a:r>
              <a:rPr lang="es-ES" sz="1600" b="1" dirty="0"/>
              <a:t>Shambhu Kumar QSpiders | JSpiders, NOIDA</a:t>
            </a:r>
            <a:endParaRPr lang="en-US" sz="16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61CBC-D749-D97B-146F-326E2987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3BF7F-C144-BED3-1C47-465FDB8A550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E0882D-5234-CF63-7ECF-51319EFE381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A384F0-9B70-79AF-BE7A-BE3F309E3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78618"/>
            <a:ext cx="5696745" cy="3086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7A039F-B252-1B35-12C7-1EB13F5B564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31812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55BCD-9DFE-5A70-2450-3ED6F65C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F9EB-4DAC-F12F-0CB4-10F5CD24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1F24C-A56A-A8F1-34AD-361889A9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E21F3-A21D-11AB-8821-4401F19E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65E4A-2AE3-0FFE-46D2-D542F088DC9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5C9B1A-81D1-9144-315A-BA81DEF51FC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71066-584F-79FB-EEE8-A11D6B4C6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751" y="2409707"/>
            <a:ext cx="6351098" cy="353399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ECF11B-56C1-5BD4-E4E6-1684F40FC524}"/>
              </a:ext>
            </a:extLst>
          </p:cNvPr>
          <p:cNvSpPr/>
          <p:nvPr/>
        </p:nvSpPr>
        <p:spPr>
          <a:xfrm rot="19756096">
            <a:off x="5654634" y="3547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270892-960B-18CB-6F84-D810E60AA58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610496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CE100-66F5-75AD-5282-A469AFC7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C851-F1C9-81CD-65BB-6DD3F62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C95D9-E830-323C-B465-CBC2F52E3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434F2-5450-E69A-B658-C272E2A2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02C5-82E5-BC6F-258F-763873F1C1F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C659C6-18EA-4CA1-537D-87C9B696E41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72A480-45D2-1CBD-EFF4-4A5BFAFD9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02" y="2512148"/>
            <a:ext cx="5449060" cy="303889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F7BFB4-99FD-681C-637E-00CE9306DFDD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74C912-76F8-D9D8-0138-3AA636B8F54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937746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74EF9-D2AA-78FA-FC3D-730368A0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70AB-DB1E-45B1-0FCA-9DA1B064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13FCA-B8B8-1D65-30F4-5C8CA9C7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8DF2C-00A3-CFD2-9B17-687D5D89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69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8BE17-250E-ECF7-4862-97D5A042FCC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4FC588-9BCC-AC6B-6759-6A7BF1F39D3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A52AC-95DA-2250-5177-6F70C9DE2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5525271" cy="30103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AEEB5E-192A-92D8-BF8C-7CA863491B1A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893AF5-54E5-3BEE-433F-DC721A9CB45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82158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22046-8E1C-28F8-F7C2-60E00F5D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C8F0-FBB7-6D34-0032-28CE10A1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7F188-9F59-A117-8C73-AB5E163E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24397-5C84-62A6-7672-DAF6CDAC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2807D-BAC4-A880-9FB5-29FF46145D9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733214-0F8A-3060-2DA8-31719B25208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C0080E-A361-75FE-1241-04F25D505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54042"/>
            <a:ext cx="5839640" cy="293410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20B9F0-8120-C3BA-33E2-EB295FB0696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15323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DF498-AF9D-7826-CFA1-CD85EFEE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E0945-E31B-FC4B-F0F7-6177DC80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AD037-A079-24F1-0124-C4021EE3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C045D-4F56-FF66-B013-4F2C6F0C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246F6D-B936-FD1F-D954-CFBE9788DD7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C93050-A547-FA0B-E508-A8D5E8EFD49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C9CDF-4538-E5FB-DFCC-4E77082A1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522" y="2667000"/>
            <a:ext cx="5410955" cy="285789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24E2D1-22E6-3D95-4350-6BEE1917BB97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B65ACF-0EF8-EF3D-0BE9-3F6ED797612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101185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FAEC1-F542-34F6-6E25-E3959BE9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43C7-E356-BA7B-B2C0-CD341096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CC4C6-91C4-AC7E-18F3-D43CE22C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D8654-0075-2834-4AAB-C403F3CA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CE16D-FE8C-FCB1-A6BE-51649EB191E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922D84-A2BC-D301-F655-042150C053F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609071-BD33-DB8C-48BF-00A0BCF97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29401"/>
            <a:ext cx="5601482" cy="29817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0A77F7-A1DA-5428-1A1F-DB879093C680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A2B037-8528-A409-C78C-56229B2ADC6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648000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00E6-9146-2A43-DF09-7375FB57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10FE-87C1-3564-8F77-BA39B8E8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B42DB-B931-825A-92D0-15942A8F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6740A-A4EE-697E-3B62-6D4F8778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2A75F-C190-97BE-2199-D682A3FEFFB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089469-FD7E-3338-1DBA-0D6C7A7B030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C5A00D-CFB7-F869-54BF-8C70DFC3F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197" y="2512148"/>
            <a:ext cx="5725324" cy="28769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DA43F5-2335-5D7A-93BF-00B8D1CDB52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612548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87F52-78B4-4DBB-A3FA-6B2A5087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569F-5B1A-5DF7-84ED-4F972D00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13DD5-A0DB-D17A-6B37-BD6C6E1E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70BE0-EEB9-F217-68F3-91DBB718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887CB-32AF-E1F9-4488-59B7867CB60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1FAFE6-1CF6-9D0D-45B3-3ECBA5740BA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EBDD94-14C9-0748-C364-26DCF06B7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67116"/>
            <a:ext cx="6220693" cy="29817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F4550F-AD86-5513-4627-4E62EBFFFA17}"/>
              </a:ext>
            </a:extLst>
          </p:cNvPr>
          <p:cNvSpPr/>
          <p:nvPr/>
        </p:nvSpPr>
        <p:spPr>
          <a:xfrm rot="19756096">
            <a:off x="5459430" y="2941308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C09B8A-17E9-BDFC-16DE-C390DED743D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710155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64FC7-35B5-7143-91A7-7A56C954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8372-E413-6115-7F33-AADC3D35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4FF3A-D65B-9A6D-ACC1-F10C5082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E0FD2-E428-5547-B957-89479C04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EBF05-967F-C6E1-F8AA-4A8E3719D5C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6896B1-B486-9BFA-18BE-5F144F8381D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C3DDD8-70C6-AE6D-9BAE-46EE76A91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45550"/>
            <a:ext cx="5944430" cy="2953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D3582D-0B4F-4A2C-4A4C-EE9DA8A605D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821366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0F3A8-50CE-5BE5-F89B-A072FFA5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5F2C-971E-B8A5-3E86-D4FA8FD4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2C300-9330-D545-2BBA-2AE4B173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9DBF6-2E70-4EC0-9BEB-9FBC9FD6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55428-B75C-6940-0A52-3A9D69D1B26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148E-72B7-B905-B1F0-BC30BFEFA8F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9FD8B7-5DB1-09CC-31FE-31000B1A2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75608"/>
            <a:ext cx="6268325" cy="316274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7D961C-676F-607A-8CF9-323CFCF477DB}"/>
              </a:ext>
            </a:extLst>
          </p:cNvPr>
          <p:cNvSpPr/>
          <p:nvPr/>
        </p:nvSpPr>
        <p:spPr>
          <a:xfrm rot="19756096">
            <a:off x="5492825" y="2761188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10FE7-1ED2-7746-BA26-7AAD70BB8F4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599855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FB14E-026E-5472-E124-FFDE588E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84D2-0C46-6313-38AC-79D695B7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B56AF-0FD9-722F-DB22-F548B200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E43A09-EE63-CE1E-055C-D51A526D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DC9D9-26FB-9246-FF5B-D8D9E3B0D2D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B1784E-3E17-3DA8-F2E3-73958837147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BB9F38-9A57-6706-BCD2-ACC2E6D43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567116"/>
            <a:ext cx="6011114" cy="308653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19B100-B6FC-5FD0-3B64-8821A1B0F26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759132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332B1-75C8-16DC-82A8-11EC1D76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ACDA-0E65-90B1-33DA-BF64CC50D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B2B1C-92BC-3056-6613-23BD03DE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8DE4C-519D-7CDF-0C42-C9BE4811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59883-0439-1623-5E2C-8D9A99B7BCF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DCFA5A-EC62-ED51-9300-84DF304D4DD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A69ED1-3C39-152B-A7AA-B3FB5C6E3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164" y="2567116"/>
            <a:ext cx="5706271" cy="31151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0564CD-A202-3781-95E6-FD6E00C7C1E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650856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AE6E1-2327-05FB-694D-B49BE597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8C42-358F-0DD5-62E7-02FCCABA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67729-75F8-BD47-6BEF-8949E337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5245B-E69F-B6F0-12C5-820C3422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79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608D5-2F3F-E39E-5C57-8A0DD08B657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C7496D-E028-A060-1950-0BE1B648E33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C959BC-B3CA-BD86-B3DE-0BDD5A995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90" y="2454042"/>
            <a:ext cx="5868219" cy="313416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9B7D55-F5C4-0520-E40B-95E28C83D746}"/>
              </a:ext>
            </a:extLst>
          </p:cNvPr>
          <p:cNvSpPr/>
          <p:nvPr/>
        </p:nvSpPr>
        <p:spPr>
          <a:xfrm rot="19756096">
            <a:off x="5955139" y="2490942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69CA8F-B657-55BE-B002-82A2FFE165A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013844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E3641-510C-F3E1-52E1-11B5C90E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9892-24A2-A67C-0E13-3AC80809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75B01-15FE-7561-8DF6-CC1B711A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327A2-7709-C664-E075-2C2DA612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80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9C76C-7517-5EC8-65D5-F47CAFCA4A9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8494FE-476C-91E7-2DF2-251A5C674E0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932CA4-5DA6-26C4-AA2C-441923063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591558"/>
            <a:ext cx="5877745" cy="299126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4528D4-0BD4-F3B0-566F-79CB21F16801}"/>
              </a:ext>
            </a:extLst>
          </p:cNvPr>
          <p:cNvSpPr/>
          <p:nvPr/>
        </p:nvSpPr>
        <p:spPr>
          <a:xfrm rot="19756096">
            <a:off x="5850775" y="2971799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50EAF2-B560-E85A-4CB6-7C17F2909D6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257258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8292E-5FCC-DC8C-2176-9C8193EF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483A-1DAA-62F2-9B37-B5DD5942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DC093-C9B4-5D50-A2CA-39BE3EA3F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64F71-7A79-6ABA-0376-D5484C30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81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E442A-75E2-3BD9-6EEA-17FF247654F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98A6DA-B207-F176-6EA1-AA3E544C9A7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C8E364-30E9-6E75-27F7-CA46E94C3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484875"/>
            <a:ext cx="5658640" cy="2829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31ED44-2D21-B628-9B92-DA1CEA9708F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886351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DFA1A-0BDF-6CE2-9AD7-0AD6CE726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406A-7E16-7449-8487-5294372F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8347F-2BFB-371B-EC86-120788FE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12674-F599-5F9C-E7B2-29806E6C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82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AF372-A62D-9194-9F4D-2B04DF8BD2F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3D89E3-3A68-6C67-26CF-BFA5DDB3990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87F1D4-5199-60B8-8CD3-0F4390E09FD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83B958-C7AA-FFC9-AAB1-CB475AE53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936672"/>
            <a:ext cx="7994646" cy="17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562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FD796-8275-C3C7-7760-76985785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9851-202B-ACA4-706A-63BC6827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963EC-D8EA-0372-3D95-6C8AF3C6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C127F-1171-3FF6-81E4-E6BA261A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83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CA819-0BB2-06CA-77A5-290988C3392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7E945E-2958-49D5-97A2-7345E5C469A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D204AE-E1FB-AD0F-A45A-A271B663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190" y="2567116"/>
            <a:ext cx="5868219" cy="30674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9C7B73-6CD9-E51F-83F2-54D611625D3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55405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DEB01-7C03-BFD4-AD5C-A29E0138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E03B-AD85-79CA-4E88-08FF6A49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F8730-BA7A-2F23-118C-1F164F79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7C2ED-9585-67EC-D8F2-220CACC7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84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3FFDA-3A7B-940A-166D-1A23C20DBB4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3FA9B5-A0FD-6459-4FC7-60556A4E5DF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0329A3-8B8C-6E9D-C738-B66F1DEC4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633" y="2602143"/>
            <a:ext cx="6030167" cy="303889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C5EAA8-9211-2C48-F4A6-011E1021E127}"/>
              </a:ext>
            </a:extLst>
          </p:cNvPr>
          <p:cNvSpPr/>
          <p:nvPr/>
        </p:nvSpPr>
        <p:spPr>
          <a:xfrm rot="19756096">
            <a:off x="5730833" y="2861314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0CCE7E-82AC-DCF9-E876-D94BD136DC0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656094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CA287-35FB-9821-E464-C4B4885A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2998-F36E-EDFE-9784-EDA0E027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847D2-3070-6D0B-48AE-621B4E628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DDEED-4FF2-BF8F-4276-DFFBC28B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85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B91C6-523C-2AA2-040D-3633B1BAFD0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54479A-08B0-874F-2D34-4EA9DEE2DDA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525A2-0896-AE19-CEE7-59490ADDB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652651"/>
            <a:ext cx="5534797" cy="29912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09EF58-950A-A6AC-6B2C-2B33E5A7E36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542722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4CFD2-C8E6-1B2A-B26D-C07DFD19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4D37-0F16-4518-2702-CA3697BF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DB590-A3E4-93B5-9146-EF4E550C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6B6CB-FFC0-7CAB-A5C6-38DCB581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86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6DAA5B-1596-BAD4-A1AC-E96BB190A79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EB2F46-A2ED-9BB2-1D21-9D97058982B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A3300C-3988-BB38-1E6A-2CC59B0FD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269" y="2495529"/>
            <a:ext cx="5630061" cy="2896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229158-1394-AC00-6DC7-DF3192DDF7F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719165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0258E-2B49-9444-0274-5B4866F9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D9B8-608D-68D6-C439-7ED2910D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10B54-7EF8-29F7-1067-9D59134E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62AF2-6844-2774-473A-CA89E766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87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963D0-C9E7-F30A-A92F-025AB5C8849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A8355B-92C1-025C-A515-D0671A91F5D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DA80A-F55E-843E-FF85-FB40F96FE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98911"/>
            <a:ext cx="5734850" cy="2943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D6B2A-4C51-9A62-2071-0E68F6530A1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147681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E5D60-C1E9-62E9-1598-AD57D875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F686-C68A-39E3-B59D-040068EA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B3682-D13C-F808-A573-A4E1D545A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4B74B-EEBB-4008-36B4-723394E2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88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902B6-D67E-6295-65E2-F96792F5B16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CF6F22-2E15-D091-93D4-3D659E1F3C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C61A39-9E9D-A257-0A2F-79DBBA033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506" y="2465843"/>
            <a:ext cx="5639587" cy="293410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AC42CE-426D-A56B-D597-0FA5B555E82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999729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B373E-B794-86B9-C421-A04E7904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F2BE-E49A-C376-5DAC-2C64EDD4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B09CC-2DD6-CF25-E613-255F4B79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B9588-32D9-7542-11BF-873DF308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89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27EE2-B105-920B-40DF-31136827CC5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26D6A4-C364-F925-67CF-6066F91516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1A783-4791-43AB-474F-753324BFD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567116"/>
            <a:ext cx="5544324" cy="292458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0B5AAF-CE54-0E86-4AAF-9461921E3C2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353678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AF48D-B85F-9208-63DB-06B3634D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0FA4-1C00-C1AF-B939-1536DEA2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C0D0F-3093-2C5D-9624-FBF301313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46C66-C906-D5A4-2F67-5E48B983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90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D1556-52B2-B11E-34E4-29731F5218F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BD8859-3EF6-F0E1-46E1-A9E8D1A4534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99B37-FDE4-55B5-C6DC-308539D5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80" y="2693994"/>
            <a:ext cx="5658640" cy="293410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5CD30D-0271-D461-FCE8-35864736890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954810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3032E-2BAF-899D-381B-3FE9F937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BAE7-7332-7ABA-2518-129E3A70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63E3B-90D3-4BDE-9DB6-7F2B57BA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23BA3-82CD-1269-A0F4-344DA58A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91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2DC68-54F3-9C35-EBB7-0C2DE8BA439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A1E27F-4B9B-CDA8-9F79-80EEEA0D21E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934EF-F13C-F31A-AE43-69048959B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866" y="2511044"/>
            <a:ext cx="5620534" cy="294363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3BA4B6-E92B-D968-F871-52502AE18900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19155E-CF40-4F63-F700-375FD04FB46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933965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294DB-6A72-DAFA-0928-2BF4B71E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37AE-CD2A-0B9B-16FD-643EB447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7D251-D1EB-798B-988E-0D42B9549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55EBE-DA8C-3D72-3758-45523CC9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92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EB65E-94EE-7A0A-2957-5DE72172721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44CF5D-FE33-4872-1A4C-C3D82E4B3BD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F47AF4-FF6F-8785-4A08-20352245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497" y="2567116"/>
            <a:ext cx="5753903" cy="3010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800343-B368-549A-58B7-E31B16C14F5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644435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7851D-C7A2-CF7C-45DC-000BBEA6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BCF5-92A5-BC4D-919E-FEAA482A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AA866-CF02-3030-D959-CF620BA8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93F93F-88DE-7F14-0110-EFCAE4AF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81000" y="1242837"/>
            <a:ext cx="2286000" cy="11430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4800" b="1" smtClean="0">
                <a:solidFill>
                  <a:schemeClr val="tx1"/>
                </a:solidFill>
              </a:rPr>
              <a:pPr/>
              <a:t>93</a:t>
            </a:fld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505B73-3A00-BC8E-5357-7F31C66CBC5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E1405F-E789-ED21-545D-00CE27D1ACB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700B4-C6A0-310B-ACA2-D3D292F29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72867"/>
            <a:ext cx="5496692" cy="292458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F78DC4-69D3-BE0B-53F7-0CB0FF89893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5A89B1-0014-9142-A468-50B63D8B5E2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47345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D1748-65D3-E13F-ED60-E2FAF0EC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DE03-E87E-7A8B-D3D6-751E4C4E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0DD94-9C24-D10D-4530-3D6EB71C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305BD-9D39-E367-015D-502EAC1F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B8300-25A3-F5A7-A053-794FFEF72F4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1F599C-8D84-3650-150C-CCFFA2E031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87F768-0A47-4472-B446-6A3ACF71F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28" y="2366144"/>
            <a:ext cx="6373072" cy="336162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614277-D721-0747-DB05-415CC644220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099C48-3800-7998-DEE4-8412BED69E2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786356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7D543-8A52-F04C-AD14-7A3A438C4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8539E-CACD-9506-03D3-A8B27486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AFA4B-2E2D-352A-6126-FDAF311B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47D08-AEAA-5C2B-EAA0-AEDABD38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4FFA3-3786-E35A-7D1D-DC87CED3B4F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948BA0-14D5-105E-7C9C-108D3D93D89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7A382-FB91-FA47-494F-585D2AF80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2605216"/>
            <a:ext cx="5487166" cy="289600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16BAF6-C5FC-6A67-007C-E4001123E924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FC508C-208D-FC1A-12CF-0AA46701BEB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945147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C17F8-C287-CDEC-028A-5BC13946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1392-7017-7ED1-BC59-E134E302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05B2B-A4CE-3575-0ED6-5A1E4BE1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1A2D8-AF1B-80F8-F3B8-B6BE0C0A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4F741-B0FD-B6AF-2EC5-195D1028D67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C87461-9BA3-622C-B1E9-B3629C5272D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26C939-64AD-B40B-6B36-225B47390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17" y="2743200"/>
            <a:ext cx="5668166" cy="289600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C99612-929B-B1FD-C7FA-BC8CA5CFF53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DE1ECA-2092-6EF9-707D-EFA53E68B45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444886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B1CB1-F484-D23A-65EA-46905A65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98F7-13E0-845C-399E-0FA31DF5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0C582-1A6D-BB33-7C94-B00DA285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27063-A8A8-175A-9DFB-382CD0B2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EEC8F-7D35-390D-2DDD-BD601F79D74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6578F9-DA4C-CB61-A29F-A472C330CE5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84B05-7D32-002F-9528-E20D0374E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772606"/>
            <a:ext cx="5591955" cy="2829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8D1A90-6D6B-ABB3-689C-0EC54674ECC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121444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B8FC6-2180-BBA1-4829-3B42F3EE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3FE8-6F44-2AA7-1461-0E132C8D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2DE7D-924D-F718-75D7-68D67523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F547E-41C8-4C7F-AFD7-9FE3B029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A341D-13EE-6EAA-98E7-CB1A67CD6CE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976962-7266-CAF6-551D-695494BA774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AA0D24-BF14-DF5C-E002-5AFD4F996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12148"/>
            <a:ext cx="5696745" cy="29341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179B2B-3869-E8E0-0F85-A7271F54EA4B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470F0A-31FE-38D6-325C-8644E12D3EB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352215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29447-580E-FAB4-8B2F-92F357BE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DEE4-CD9B-CFC8-84E4-688D8E61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02FD4-7ECE-8212-B897-D0C6751D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6FCC1-26B8-64EC-4C6D-78001985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99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F37CB-B344-4CD8-7671-3C0611742D4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BE0263-5D5C-3AD7-427A-96408421A36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0B0007-33F5-7476-C5F6-668FFF28E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50205"/>
            <a:ext cx="5420481" cy="29722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ED63A2-C483-CAC0-C598-68B60C13975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536549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045E8-604C-5FC5-EC08-22EDF174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CB279-5783-D17B-74BD-7A64FF1A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1503B-4782-9AD3-8B6A-492964A1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EC78B-D9BA-ED47-C714-9531D13B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52724-7EB9-21DF-2B64-B9E9C35AB1D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B3F11-9500-3581-D52D-8ADE11AB8C7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78E252-E316-7BF4-A37A-4F3BB1FFF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076" y="2733736"/>
            <a:ext cx="5544324" cy="2896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AF6151-D424-5705-9836-240CCCA0D51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713863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4BA8A-2C79-3147-927E-0354A14D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41C2-57AF-0121-30A0-F0E78C46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3207C-432B-9BB7-FC99-0B804DD8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3A949-4984-AFC5-5F6B-1601E65A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60E25-F65E-9AB3-7535-B65F10617E8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B19919-6A40-9964-EE9A-BD4568AE31F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E10328-CBFA-55CE-5BA8-6341B68F1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296" y="2667000"/>
            <a:ext cx="5792008" cy="3057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8632E3-02B8-CD2E-2531-43D87DE7030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018465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D5EC4-6DC1-3486-A6DA-E320BFA9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D03F-9952-A04A-38D2-9B6CDF46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13729-DC44-3787-5046-E4DFC347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A384A-7B38-01B1-B952-44018F28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B2227-03AC-11F6-58AD-53B6678F576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8A1645-8E87-4061-7FA1-E5763370A59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0993AA-F345-0002-B6D1-1256A985B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690580"/>
            <a:ext cx="5963482" cy="292458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0114EA-F2E0-BEA7-EDE8-0311824969D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210561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6EBD2-D483-EA09-40A7-30F03485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2ED1-67A3-EC8B-07B1-6E5C7D30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84F52-BE63-F129-FC42-A1C6EC63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4EE38-3F54-8E77-BB3F-072D8F2A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6EDF4-DFCB-9DF3-4287-DDDAD975AAF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FA5843-1684-5755-612F-989AADC5C01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B9220D-7272-89E8-6FFF-CF415BB7B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16253"/>
            <a:ext cx="5734850" cy="28388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97BE4F-0F55-625D-95F1-7568D4A5661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958411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FC103-900C-5498-4D64-2092EF1D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B283-ACAA-5747-B59B-6D004858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CD3E2-38B0-F27E-D7CB-5E1E32C4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8E753-4E94-42D4-F2D5-3ED59AAC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46B7A-F01E-28E2-7D99-7E02F0D4FAC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875344-B59F-B070-717E-E2FF7A7D265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8A330E-0FA0-4492-751F-613849A47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09" y="2830778"/>
            <a:ext cx="5801535" cy="303889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6E0B70-35F9-BFC7-A5FB-0092B155E0E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868473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53C6D-E3BE-AECA-064D-6F95BB6E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6AE9-CA09-96E3-04BD-CCE26D28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5C9D25-DE5E-0BAB-981C-90EBFB53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7FB77-2F75-3ADE-F6C9-042840AD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F6147-F5FD-E486-5A18-07EAE80AB89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186AAC-905A-D502-344C-DB584D9355C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E490F7-0825-4CF9-906C-28E29DE5B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683" y="2512148"/>
            <a:ext cx="5715798" cy="29817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223715-B3B9-FB8A-745C-C7209086788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538706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BCE63-ED1B-305D-6876-F47D435F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ADF47-C2DF-FB49-1085-47ED18E0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7FD34-7CF6-CCF3-F426-85E92ADA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4A59-0012-CCFF-CC3A-08C034B0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3CA03-9FD5-6253-771A-9369EA3CF51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8E7DCF-19B4-1DA8-6E9D-7A84BEDC61E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780A4-57DF-1197-BC38-E0BF1647B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28988"/>
            <a:ext cx="5763429" cy="27912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A250F7-FE25-9FF5-9A84-7DDBE6807D7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019723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0B7FE-A5D3-F6E8-0198-E623AABE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EC3A-8074-1251-ADAE-1267B8C8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510E4-891F-0072-B0BE-D60C9B0B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C850B-DA9F-E689-F100-5ACE6BBB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38890-C869-DA09-6CBF-D4DE4D52718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BC8074-8345-F03A-738D-D321FDAD2D0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8DDE0-4C3C-AD06-07F7-9EAA67E1C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53" y="2384896"/>
            <a:ext cx="6154551" cy="363490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DE2E4B-8347-A49A-9CE0-C24332DF275B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D214FA-3560-8964-D5B8-5979C59477D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219146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7FC7C-9045-A159-3392-51FD1F92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34B8-6787-33C1-7966-0B196DC8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3ADD4-09A2-B9BB-69F9-CB299094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FCB9A-AD6C-0DEB-4A72-0C52AF2C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4C47F-D070-5156-CB8A-B190118B36C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CD87DB-6EEE-FEC6-37F6-35D5C25C103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C6DBF5-FB27-D362-DDAE-19174A2F3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322" y="2485847"/>
            <a:ext cx="5591955" cy="304842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CC50BC-B05E-5818-BA69-0FBCF0C46D1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7BE809-83C1-FAB8-876B-98F9CF8D16D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916931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F1B01-0398-AAFC-C6B5-98138350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3BBFC-0D33-8D0D-0FEB-F60F98CC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07EE6-BF01-758D-C3E8-5A8DFDDA9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61937-BBC8-2DCF-478C-DA3C49BF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109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029A5-8CCE-D92A-C21E-15819B17DA4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423AAC-0F4A-5044-FDFF-6B99D5CDC64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6368D-1BC6-E2CA-1044-5277160EF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392" y="2636501"/>
            <a:ext cx="5430008" cy="29912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9B4741-7514-A057-6C06-7DE468B8FBC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426124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9B78A-535E-2250-3997-E6208F57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33C5-3402-170E-D94B-97B64864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AFE30-C3CB-0E54-B867-019D730A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E5ED3-69AB-8B06-10C2-3B3B5571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31218-8484-3A9C-49F5-F71C95851D9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8EC4AB-8E49-7E03-2981-8DD141BC8AB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8B32EA-3F2E-7871-E3D4-67ACC4151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751377"/>
            <a:ext cx="5925377" cy="290553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740A16-EB01-055C-7BD8-449DBE784CD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2095154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17A96-3CA4-3ABA-B6C7-B07B25136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5442-7575-C6DB-298F-C022DD78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80C0B-D16C-7C2B-121D-169D550B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06455-0A8B-08C4-F7BA-894986E6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AEF60-C0C5-EF58-C4AC-33E54C14F56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3D21135-74FD-3610-07E2-98937C049A2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02889C-D2E9-B79C-5743-B63B942CD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743200"/>
            <a:ext cx="6030167" cy="296268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273941-B570-578F-358D-2B79C5944097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AD618F-FE80-72D6-A320-170A04D26EF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7280151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A54F6-E3F7-22C0-DBE9-A6ECC03D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4462-7438-3F2B-93E7-AD138424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48478-7694-D311-0A1C-8E8B67B9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FF13D-078B-84A2-D236-8D84C562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D82A8-0330-DF16-B4CE-D25D67588A7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1CA7B2-FD2A-48BB-248C-FAE3FD84349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2384E1-9B7D-F865-9A90-E5C304ED5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743200"/>
            <a:ext cx="6173061" cy="2953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4AEB58-25FE-A624-91F4-F6953D78D18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4455399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C193B-28CE-7D4D-0E92-446A0CBC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BEAC-E522-B097-BD90-8FD01380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B96CA-A6F8-48C6-8968-AD4E3D11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D26F2-8BC0-22B5-90F2-4E02D827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17303-61B9-88B3-8FFA-C35693DBACD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556F6F-628E-DD6C-0B06-D2D86BCB0DA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559A9B-2E11-F7DE-35EA-09AE7AA0D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06847"/>
            <a:ext cx="6011114" cy="3057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03AB8C8-ABD1-65F8-EB58-729AA6168F5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1040933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33615-33F6-230E-42EE-A06F47E5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6242F-279D-9EEA-1C94-17D3C3432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0247C-3680-79E3-778A-75402BAC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2BD95-0E4E-3CBE-00B8-3E222F6A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7EF8B-923E-50ED-9F92-2834964F358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0EBCE4-89CF-322F-2E4E-AD873454C32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0BFEB-9D09-5EDC-FE77-B32D10AA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107" y="2678092"/>
            <a:ext cx="6220693" cy="2896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3B0820-F796-2386-A2CA-66F478CE315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86381744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31858-342C-B63E-C53C-107555FED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8C9D-4C12-9328-E290-2893102E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17805-1E69-39F6-BD22-764B9163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4DE4C-D864-245B-B14C-648BB749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EF490-77F1-B7D8-2C07-79DC13F9979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C7410D-1979-EFFC-B760-8ABA7537741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82643-FB37-C6AE-229C-06C4CAD35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72603"/>
            <a:ext cx="5877745" cy="2953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2AC053-E48D-0F8B-A4CE-F2F6ED94AFD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3030777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42221-4773-8A4C-EDC9-34C60CCD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817F-BA65-AB4D-1C6D-0B3B214F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3DF37-33BA-E7A8-E10C-0AD20E48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5A9E-E93A-B0C7-FF1C-26A3DB672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EF5CD-D32F-6C8C-53CE-E8D77ADC601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1D6852-3B07-EF95-FCA5-AB3CE913699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4FDD10-B0A4-29B8-434A-4E168D81E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64652"/>
            <a:ext cx="5887272" cy="28293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9C5DFA-64DF-ED7C-01B7-31DF6D4C139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41250B-B3D5-51F1-FC23-15375EC1F6B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529437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0D789-D50D-6693-80AB-E3761DF3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3D54-28DE-4DAC-EE5C-46A220C3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ADE55-661E-8C2F-C963-DBD5B6F4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DC3F7-5177-1683-E8FA-2D6E4506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02095-4C62-7363-3C1E-B248D3ABC1C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E5B6CE-43E0-ED31-BAFD-E9CBA19DA3D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A18592-8953-F953-AC2A-A9FFD1213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760" y="2667000"/>
            <a:ext cx="5963482" cy="27531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A82C97-C0C2-6B76-477C-D6D60E56DCFC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B1218D-E640-EC74-1049-BD6BD73FDC4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2938170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0E7AE-7C06-721A-FDF7-A79D5743B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E4D4-C600-644D-F1F8-2129C92A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C160C-4BEE-57A2-0351-F67E26AB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B2092-123A-3A5D-ECB3-5212C97A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6D527-45B2-95A1-C9CD-7F85BB8A782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2E4DB5-2980-37F0-5217-B0D8B697BFB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341C90-554E-665B-55CE-7FD1AFE55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296" y="2478559"/>
            <a:ext cx="5792008" cy="297221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A01820-E956-A992-119A-044719DC76B9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F95596-C2F2-9D0E-3E47-CC394AD6255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2513725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C924B-1906-0366-03D2-321108E4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7716-7F3A-220A-82B1-02E16C6B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85DA5-3051-24B8-72B8-BFB08A9F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4A251-788D-1171-68A5-130160EB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24DF4-F792-6934-D051-8D1D4740441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F19099-EC49-D332-CB8D-29AF7B347AD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04800B-C9EC-23C8-73F1-C7BE660FA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01" y="2792044"/>
            <a:ext cx="5715798" cy="292458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9E63FB-869B-665D-0057-173A0BB7AAC0}"/>
              </a:ext>
            </a:extLst>
          </p:cNvPr>
          <p:cNvSpPr/>
          <p:nvPr/>
        </p:nvSpPr>
        <p:spPr>
          <a:xfrm rot="19756096">
            <a:off x="5569025" y="4681829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19B3881-DF72-342A-CD0E-27DB9BD5AD3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1483290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BB417-98E7-0BA6-CA58-31108CF1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D949-2240-14F5-F80A-6846EA67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C729A-1A56-413C-DE01-485AABD9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11933-F852-9D73-43B2-AA22F1AC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AA6F1-6644-CBA7-EB9F-FEBEA741586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0B5421-D6A5-511B-3A6D-8EDA24D943C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09E53E-1852-BD82-3685-376A9AEB4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86127"/>
            <a:ext cx="5563376" cy="29912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C9F543-21C9-AB36-0362-4D8B815BC9A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1335548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ADD04-C5B1-9073-F458-17134758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ADEF-72B7-1EE0-77AB-B620AA45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E1D2A-6898-288F-F437-2A6170C8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D085B-F4B4-656D-2A8F-1E0EBA6F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E374F-1704-E63A-6952-5EE8A35DF9B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9474AB-4195-45CF-8DAD-F028543B6B0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0427D-30FD-4CB2-D0AF-D47E70985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58018"/>
            <a:ext cx="5534797" cy="3010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8816FC-4A7D-B6E9-A90C-1AB842AEBFD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1144783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4BB52-3077-4133-2AD8-D7208715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07F4-EA03-CC5F-7BB3-06B7F698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3333B-1D09-E39B-D59C-8F781CA3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E8D5F-A241-6E58-9500-D5A4C94A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4CC113-372D-0ED9-AB52-9DE51AB82F1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65A214-FA0A-9C52-C1F7-AD4205ED0E9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11181C-D4BB-B903-4F4F-D03A3D763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85" y="2512148"/>
            <a:ext cx="5944430" cy="289600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5DF35E-DFB7-6B7E-941F-CA3C37C3836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8808190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0FB88-2711-5B24-D436-809D3F72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1A25-1855-330E-0BD0-7BE92A209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09C0D-9805-8F12-24E0-C7F422F3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21B47-796C-24C6-8ED1-E2D21EEE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74C4F-B9C2-C3BC-DD0C-26BF74178FB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70D1EB-C657-0D98-5436-35F97C711CA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3D9455-A40D-F116-15DD-9BECFA317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092" y="2489018"/>
            <a:ext cx="6096851" cy="28674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59A30E-0098-429F-4839-3016596B51E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475068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82C4C-6CB0-41EA-140F-475460A99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8EA6-54D5-F876-50D2-E33044FE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07CC8-27C1-A268-7F22-33C4046B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D0D26-CC25-427D-FC2E-A7D94791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1BC27E-5C90-7707-7F23-3C3BBB09AF1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53D1A6-E558-FF89-C5FF-9BF2CFB6624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EA0D97-E58D-7F98-748B-1F5DEA0CE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54042"/>
            <a:ext cx="5820587" cy="3057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016E29-8639-8600-51F8-6DC069682AF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3944334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D7EB4-0F39-2E64-35F9-DC9E1A55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DEA5-580B-DC1A-45A9-005ED0CB1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FB115-DAB7-F256-5F49-1B182708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AFEEC-672D-DB46-AB3D-679D024E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D1A85-95D0-FF04-BB55-48910B9DA08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4B9F5D-64C1-B419-2F3D-313B638C03F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95914-A6B3-18B4-AD2B-3636ED8E8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67116"/>
            <a:ext cx="5792008" cy="28769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70E35B-92D2-0ECC-D8A1-9C1EC5F35F9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3337662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9D1D8-EBF7-12BC-FE10-E9D96A787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9247-17EC-1A17-EB43-67B30353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72E75-422D-D300-E5EE-D209F64D0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7D72F-E0FF-882B-B7F2-E769BB96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1E5BB-AD46-2B2D-03B0-050DF4277C5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EDFFA4-0EF4-F43B-B7D7-7397274B5D6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B00A4-B032-6F48-A090-EA2958FC5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94" y="2549254"/>
            <a:ext cx="5763429" cy="295316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4F2DD2-C3DE-7824-19C7-C0B4DA5B56E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3236628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D30E9-E09D-A33B-65B4-E23B04EF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E7A3-65E6-27CA-01EF-97D84EA1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4A677-206A-D0C5-DF29-8B534B15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800" y="6212274"/>
            <a:ext cx="34290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31276-1C20-AC77-A29A-E6127216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B7015-6659-070D-3F1C-726538AC44F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FCA92E-AF6A-35E5-8425-CE257146A33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7FE28-4145-C219-1F0F-D3F281AE1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22" y="2567116"/>
            <a:ext cx="5553850" cy="291505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EF3D5F-E0F0-9630-DF0B-89CC1380B24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6590797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6F3EA-B35B-D597-F4C5-9212B581D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CBCA-784C-46F7-5705-D63C4222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AA194-EE17-270A-4144-91F4C0C4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CD14A-DBA4-1F3D-E76E-A958E810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94572-E7CF-827B-E775-362AF768A48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35D9E4-A319-A29F-36E5-D2408043E84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6C2DC-4867-2616-F4E7-97CCB7BD3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669" y="2311137"/>
            <a:ext cx="4637731" cy="36305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845E97-1DC3-C0F6-4FA2-B527E32EEB1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5196079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BF9C2-F2C9-B6A5-902F-BE1BA2EE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4234-48CE-A5F9-F09B-825AD5FE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3E4AB-260F-4F56-2920-2EBA34B4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69AE3-847B-4B55-4A95-3A4ECE27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129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8DC5B-70C0-CD36-75E3-11A25E09D07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AA1422-AED8-883D-73F8-4560C34C2AE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32EDCF-BBAB-3609-EF16-8529A27CD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93" y="2385837"/>
            <a:ext cx="4471021" cy="3710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7033C6-C2CA-4312-7B94-4F7647E8A55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5954517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40DCB-40B1-9DF7-F44D-C4B47ACC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7904-D089-B712-836A-9C24D812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E3590-1F55-DFD7-202D-66A436D0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5A0C1-C538-3C8F-5A25-6B6DDB22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CFEA6-0E97-C928-580A-0E65CF43EAB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E89ABD-E14E-275A-6451-73C5154EA86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DA214D-606B-01E9-AEDC-DF3609E37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550" y="2385837"/>
            <a:ext cx="5372850" cy="360095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D75727-4FF4-CB3E-2BC7-76E4F7FC94E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9E240A-9983-D76F-7F53-72535CC7F54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990231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05CF8-7704-528A-0E66-55E7F69E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D75E-78C5-C7CD-5A57-5740F190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9D45E-1206-2581-5037-E7114A98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7A347-A032-3973-7254-0F895D584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9F075-232D-CE20-F48C-36B7838B87C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61BE5F-0568-3399-AB95-AA183FB2B93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C866B3-B5C0-5290-45D1-CF15C04D8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27" y="2466234"/>
            <a:ext cx="5877745" cy="370574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752F9F-B429-6C2A-EA8B-87462733D7B7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5F8946-A491-7CF3-E325-D800BFD40F9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6017133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06C32-8E10-4A44-BAFF-F08AA21A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93D4-4689-EE14-6BA6-25BFC6C1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8957E-9BD2-AE9B-4F5A-12AB0EC2F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2BB0D-2173-F636-9CF8-1F24DD8A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83A96-CCBA-A263-32F8-2001298B690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7E7273-B1FE-D5DB-2EAA-52362C157FD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DE3C1E-869F-1FAF-FFCC-0C0239F89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475" y="2487764"/>
            <a:ext cx="6087325" cy="362000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58E58E-7F60-6C7E-6E58-94F8542F3017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B709AA-3BAA-6AEA-3741-A8C6E894C0E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670926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A39DC-9023-FF6C-29C9-5E4382C3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5D79-6567-17A0-1166-46DF9E07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77DF3-7B67-23DB-CC29-ACC6BAFC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6916C-98FE-7348-AA60-B3C0451F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D703D-0E33-C020-DEC8-7F3A535E4E3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236910-C9BD-8A88-5F63-9751F291892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6AB04F-B406-F7E4-F169-C1ADA8B2D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85837"/>
            <a:ext cx="5353797" cy="382958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3A50B1-AF38-BA4C-B761-1B1376FD2AC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31DEA7-BD32-0745-FE41-0B68740B53A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716184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E6998-4DC7-DC9D-7D63-30EE7778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0F8D-67CC-7F6C-DB2A-DB72F4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1714C-EF55-28C1-0673-6894ED4F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A8383-8629-486E-4361-1EB0127D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9EF63-6666-26E0-85B3-D12264B33CC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683DAE-1FBF-8FBE-FF90-4C1F5E93ECA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C98F91-34F8-9D51-7DF9-F201935EC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912" y="2286000"/>
            <a:ext cx="5572903" cy="382005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56305E-407D-73B3-201E-FDEEB456F1BA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A87369-09EF-B267-FC73-2FF199C88BB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6665572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0CC31-7BE8-0B09-541D-3DF7B460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F42A-60D0-E83F-9218-74750746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972DA-4C70-CEC5-7059-517438D0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65D15-F123-14DB-648D-32919AE0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9668D-1B2B-BE1C-E549-2CA2AD143B5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FA68C2-E5A8-C0B4-2D90-793A09709A7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2D5F38-8D0E-BB16-4AC5-1C1BA9BB7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701" y="2385837"/>
            <a:ext cx="5391902" cy="36676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E72052-D713-ECD4-BF2D-44EABFC4EE2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8299051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40860-E376-D1B3-D4AC-DEA7943E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935D-45BE-6CD9-E39B-0E99A4B2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DFFCD-77E0-AB56-1095-D26CDDB0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48F14-DDE7-63AA-1A9F-D51CB973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69B12-D2EC-5217-2C09-3ED6A50FDAA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72E1D4-4113-264D-B7C3-E56524854D8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D852F-69C3-3863-A0EE-6FEA48FC5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50" y="2385837"/>
            <a:ext cx="5772956" cy="38200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7BFF40-3D75-AEFE-0D68-922ADF53767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9529753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6FD87-4179-24D1-D831-7FCE6B60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2146-A7BA-0C65-25EC-1C5B8CCB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99714-2D28-8AC7-5CC7-73C08D38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1672E-AFDD-DB5B-B662-B8051F78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EA98A-A11C-D7B9-20AE-EF1A46ED185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3E4B4B-FD78-1D52-2C30-7C9B7A23006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9FC637-9EC8-FF00-44A5-11D22D4C7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601" y="2188943"/>
            <a:ext cx="5534797" cy="370574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74DA39-1B01-7849-8F91-2B2EA963978D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A998DB-3EEF-3173-AF97-6B8F0F2FA85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6215164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7AF05-2FC1-B14B-3FC9-F5410677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DDE0-C18E-20D9-0B19-0864C680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7A170-5740-4475-4279-5B0E9FE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3ED84-D55C-FCA3-8928-87230C6A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E29B6-5D51-5786-9628-CBF487285FB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FE9D80-55C7-68A9-248B-9D8905549B4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AFC757-2197-0D35-9A44-FAF356F20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12148"/>
            <a:ext cx="5353797" cy="365811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0BA976-D4C8-99EC-AD1D-B8F8995F205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5132316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04E5E-C019-FAAE-8009-1B9AB8A3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F457-1AAA-0E21-F5BD-FD4D6640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66ED4-A5C1-3ED3-B481-88396EDE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DDADB-35BC-1A4F-C940-E15B1133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BFD03-70CD-3B2A-33D5-064A06B96A5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8DC653-7B14-675F-850F-1062BE6D644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3E925C-9932-2C75-830F-9E48A113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864" y="2399074"/>
            <a:ext cx="5706271" cy="36866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2C6FD1-D527-464D-EBD1-FE0986E7B06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640166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2B85A-9EF1-78DE-1BA9-BA23B0E1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52DA-3A3F-0A7D-1F19-5F087A19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02098-BA41-B2BB-A3AF-0C4B12CEA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F0BF6-6C4C-1BC5-0ADD-52964E090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0510D-5297-61AC-202F-75072C85955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231B29-A4E9-11E9-A594-741EEBAE6D5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DCBA24-BA99-A44D-608A-5E46C84CE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08" y="2521172"/>
            <a:ext cx="5725324" cy="365811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1DB2C9-0E02-CE1E-8FC6-F45FD80CD18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1742125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3A281-74CF-F41B-9AFF-F0E6A754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DC32-7A44-616A-70ED-45E512CC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5CE67-4E92-B8DC-6D38-9C7E3A69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F46E4-B362-BF21-2CC9-5D715E83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E9B0A-8769-B002-DCD7-39B91F04394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723E07-AE1C-1DB4-7606-D58523B2D81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D6B89D-2CFD-764F-F061-E053AEF48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782" y="2454042"/>
            <a:ext cx="6011114" cy="359142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FBDAF7-019A-A95B-BE9A-03F91A29339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4448472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D4ABA-7875-AE68-92B5-E1A3C4B0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7259-0AA5-6E38-E6F6-446B9AD4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71D54-EE49-E854-A366-6BCDE2B0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6C66A-3CA8-5923-3F6B-30223FD2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84885-64D5-9EFE-71BD-DBEB6D42CF5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D948F9-1E3F-7766-49DB-FA3A76E2350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51DB9C-046D-60CA-8C32-0CFD667D3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391" y="2402122"/>
            <a:ext cx="5877745" cy="369621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EE1363-6469-24E0-1DD2-48C6C6B1C73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9431364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A7A76-6806-2001-BD26-045773780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A261-A43E-FB09-2F50-7EDCB3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EDC2B-A85A-C87A-1319-A072684D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21561-2288-012F-B350-1080EDA9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E76F1-5F90-DFBD-4092-3AD7CF13A4E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17B7F8-D5A7-4284-4B31-30903297C72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1621CB-3956-65A8-ECDC-482FE45A3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101" y="2385837"/>
            <a:ext cx="5715798" cy="367716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7C17C2-2342-4918-EF92-E17843F65B2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2519364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816E7-ED76-F3AF-F565-BEFFEA55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45B3D-AD98-5A22-1333-DF64BA2FD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A9410-6F10-F752-530B-FB02A11D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F4166-5D28-8FC9-7A36-995D9C02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2BF39-5319-1208-2B3F-A806248CC78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FE6770-36B4-8D28-C8DF-8083239C5E0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C08D01-7472-74C8-9036-5BBE8723A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54042"/>
            <a:ext cx="6544588" cy="3762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4C2AEC-B0FE-C290-A07E-3EE0527A322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1018714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FDB47-691F-D7C0-52A5-11E18130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9455-75CA-79D7-1A38-3689DDB0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87743-26B4-A016-EAC8-A2FF8CF6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248B3-D958-F2EE-4C35-9C1ACB7D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D3373-34FA-A7AA-FAE4-07CF9CC1A04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0873DC-3ACB-02D8-A462-B0A443528EA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7A2266-8185-CEC7-C6C9-64DC04CA4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06558"/>
            <a:ext cx="5334744" cy="36676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54ABE4-DB6F-DB4C-37B0-10034FE001F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8024064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86DCC-4C55-9D6B-54CF-81F8412D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73DA-FEF3-59ED-3BBB-C1945146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3C855-6E4E-79EB-C831-375666E85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8177D-23A8-D3CA-DE40-39A6C408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FD7CF-CACB-A86A-8DC5-0E8C69E3FAF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1F2DE7-13C2-F52B-2B88-2CB08948BA9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54E09-FAA3-F99F-DDF8-B209D65DF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33" y="2385837"/>
            <a:ext cx="5620534" cy="369621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586467-D8A6-2A4F-6991-9869591588E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980481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DF920-287F-C54B-7686-08F4979B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9378-4C1F-4FC6-2325-1904AB68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E40C1-32C2-1FE3-FEE1-522ED9A7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A65D3-62F7-B094-2391-AC368CF4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FEE29-DF1B-EE0F-6C42-FCA9F297D05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495406-9D6C-B540-C042-E25C8ED99C4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72C5C-A86B-F600-D8E9-5FE18CC6A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99074"/>
            <a:ext cx="5868219" cy="355332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9C6069-7927-F2B6-692C-611AA3331953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A92C3-9A43-1403-6D18-A881F5CC262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928622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33ABE-A44A-D24C-1E55-336ED11D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B5FA-1C8C-589D-54A5-5689AF5C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333ED-0F90-8196-AC7A-DFD12CCC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7A2A6-456E-8033-BA04-6249D082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9C6A4-9813-DF42-5906-3638A25C40A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C1BAD9-E9A3-3613-3A45-2F79CA3C739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D3989B-029B-6454-A67C-EE4F7DA5E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07" y="2454042"/>
            <a:ext cx="5858693" cy="355332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6C069F-802D-6E42-0E11-29F89086D89F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5E08C2-C04A-0F58-20F5-1436F8D22EA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400000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5D7A-E3D5-AA9C-5041-96B16E626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FD0C-170D-8F10-5D45-603A3672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E8356-45D6-DB42-A268-8CCF18DD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C16AB-0194-C8C6-ADEC-41898F77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AD285-886F-12E8-298A-00F73EC87AF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29CF52-BF46-A969-3500-B1656D74D8D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4DC6D3-0ACA-A163-0F86-9E53C5B9C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923" y="2385837"/>
            <a:ext cx="5468113" cy="37438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C34C23-ADB7-311F-0664-81FEBAFA8A2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1481533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0A7E3-8F35-BB64-F30F-CEBD5BDDD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0F54-7F33-928D-712D-AA527DB9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D991C-4EC6-9F28-7755-7667C4D9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BC069-C029-BF6F-5E50-224AF090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63584-5D20-3BAD-C680-E34E90CFC19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8E202D-9C5F-D059-B7EC-411683D2F68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6F8F26-45D9-B198-7613-AA9EEB9EA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54042"/>
            <a:ext cx="5430008" cy="371526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8C689A-7DFD-F67D-1FB0-050933CDB05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2409317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D17F9-361D-1629-B6F1-3DC82E5A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DDFF-E75D-F3AE-6305-19699F4A2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1FA4C-6E3B-A9C8-6D73-8818FD59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57CD8-EA49-423C-AC3E-127FA9AB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44728-93D0-6773-8B45-37352F03905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3BD5B7-103E-2F3F-2F0D-70515AFEE5C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AC42E-EF75-865F-1FE3-C10CE0CE8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496" y="2385837"/>
            <a:ext cx="5611008" cy="389626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A96E2C-120B-2F81-944F-2DD136E8C06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4A415-9792-EAAB-5C7B-0FD9B1C3563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7499310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E827D-A548-A467-5F4B-DA26FDAF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A2AB-8E40-5551-5C02-07044246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75BE7-261E-E091-30B1-0974BFF4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511DC-A53F-6A3A-EA4A-4993A6D1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54032-8C68-0825-FEF0-6D096379F0C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1E9FFE-AD8C-E048-0C1D-E8A0CF6855D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47436-AFE1-5479-CC73-D73FAD0E8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38" y="2386882"/>
            <a:ext cx="5725324" cy="362953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56F9B0-B632-B2F3-44BD-BD6D7AB9770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6660966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A0799-3FCA-3D43-3DA6-13EC8CE5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9568-3507-EFD2-F770-FD88876E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30EF3-362A-146F-B888-5422EABD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82CEF-1AF7-081C-42DC-4CCAADA8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8DD1D-07C4-C6F0-D83C-F33AE7F3992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7F8B9E-C429-4F7A-1FA8-E8F05DCCA8A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BAD8A-CFA9-5613-55DD-C4F453326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76" y="2454042"/>
            <a:ext cx="5563376" cy="36009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35C453-1DE1-538D-A06B-7E5CD79C403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4286223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A4FAB-80CA-D8FC-B4DC-D48446F2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D620-F15F-95B1-4063-E47A973B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BD33B-C696-80F1-B63C-A6BDF07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C8E05-A2D5-56A1-5D57-9704846B0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98121-4C4E-E800-1CE6-4D50590A0F2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23A86D-16B6-90DB-F12A-21CBB4ACB2B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B24EA2-4F81-2EF0-2FC0-4264EDCE2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55" y="2454042"/>
            <a:ext cx="5515745" cy="361047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7C24FE-BB80-C6AB-5B01-FDD1C77C1F4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6393529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A7920-49F3-3227-4131-55FA2A1B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1381-B9ED-A587-C8CA-0D0C5290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8C78E-A22A-18DF-EDA2-DB2673F8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A9A43-603C-1667-F9B6-D52A02A2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9F2B8-19A9-D1F2-7ED9-1454B579B60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6B5C2E-F855-7C8E-BC99-53B6F69F15E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16341-361A-A7A4-25D4-91F5D1979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54" y="2385837"/>
            <a:ext cx="5677692" cy="379147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32861F-8EF9-9DDC-194F-2BD5530262B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8135159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A2B73-98E2-11B8-5823-CD909217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7A44-206C-6A62-5CDF-E88DB9688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756A6-D7FB-77D1-FEC3-34570D03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84344-D2D8-BFB7-D2A8-F18919B1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D8AC7-83FC-1E4B-BA0D-38988574FAB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498CDB-AE1E-7257-C69D-73B9F1FCF43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57C8A-2DC2-A48E-477C-4A4F9FCD9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53" y="2385837"/>
            <a:ext cx="5687219" cy="373432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A9745B-F466-5AD3-62BF-326DD3301F9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7568176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C4A4C-CEF9-36D6-D3AE-BD8574EF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B3E1-1312-11E7-460D-6F6CC3195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7451C-552F-A70D-8019-7C3D0F96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BD7D1-B950-0EA6-DCA5-B8E19789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293CC-92EC-02A3-3D22-76F74D433F8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E0634C-F900-8064-25F2-B46CFE08121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DF10D-EEEC-3DBC-0C9E-A3FD12F72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58" y="2370597"/>
            <a:ext cx="5391902" cy="36866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653FFF-EF2B-1B2E-A4F9-8B13C5D33E7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659495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65D15-44A9-C257-853D-00FAD258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9DD1-3E10-C474-5A88-C748E5C3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A9007-6161-89F7-9A9B-05C2307DA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878BA-B18D-AD2F-76C6-D46A0F09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C62A5-5C77-82D8-66B0-5E594C434F7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882E86-3585-D9D7-2738-08F4ECD3CB5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218AC7-0B75-2AAD-E615-76AF0276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68594"/>
            <a:ext cx="5401429" cy="375337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CA0D50-7251-22BB-673A-F6BDEEEA6A86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6AD124-6124-0C6A-9490-4E7922F5C3F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7058415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6BA9F-7024-5FC2-56AC-6B10A60E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CE91-479C-C97A-4DFC-1CDE5DB5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3B722-CED0-0577-D4EF-1243C1D2D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53C78-F77B-962A-A8C1-22363108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159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267D6-96B5-5C46-E030-092A1EA1732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F1B033-5852-630B-9424-080DEBD6D4C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DADE57-31A5-EF89-66AF-7E281517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32" y="2530436"/>
            <a:ext cx="6163535" cy="366763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32DCE2-5A0F-ECC4-2367-7D7335E887D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0FD72B-EBED-10A0-4B8C-7E13880E354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80971028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062DB-F151-4070-A230-FAF25A99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053D-DB4C-6A89-50F2-AADD2899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58E48-13F3-BABF-B2EA-CEBFA189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48E01-3ADE-A681-CE40-BF52FEAC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9E17A-A439-5AA8-87C2-7D1F237FDE6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B9434F-2AC1-051B-1311-16C0BF2F085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48ED85-2DBD-5F51-EADB-5B3F9DD23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54042"/>
            <a:ext cx="5744377" cy="36390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75DFC-6EDB-D0FA-FBB6-EAAADEE5BAE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3356775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EDBF6-EC3E-8757-9540-1839E0C1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B92A-368A-DC84-B83D-600702B7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5A405-3C92-BE43-A842-1C3BCE1C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8DDC1-0D1F-EF0E-0963-7110CBDB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7E7B2-17C4-7F02-C45A-2798D89C738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90ABB5-CD63-202C-74A7-917763B2AD5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AFA854-D456-AAAC-1019-1DCC575A2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08" y="2506697"/>
            <a:ext cx="5858693" cy="362000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B6C152-57E7-3728-D3A2-EA6430F7325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BBF83F-1F82-D09A-2EA7-94149EFD9F5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0649662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F8147-7E33-4BCD-54B4-D25FF7F32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9B1B-FEAC-81F7-2F66-A155BB72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A7009-7541-9C91-9388-36A05041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6F2F-C7AA-135D-F385-54448B50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6A37E-525C-D60B-1958-D8778069949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04F31C-D1C5-5BBD-D847-3E138994EA0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C118A6-88F0-289C-29D9-5C11C85AA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" y="2399074"/>
            <a:ext cx="5420481" cy="37629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953526-C43E-2824-A4A9-2820E2859E0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FC47E1-5E92-414C-08A7-38B0079837C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6689196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64679-AA17-061F-4D8E-40AE5473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0B92-12E6-7290-6305-C39F905C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0E9DA-8645-3BB8-F095-A7BB1CD0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3C515-9B65-E906-4EB7-02AC3333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D9BF7-DBC8-5754-B0D0-E1BED79F572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09129E3-942B-FA33-FF75-55D9BCB6AFA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B5F535-44D3-97C7-BA90-8A88691A9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54042"/>
            <a:ext cx="5772956" cy="37057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8A0606-145D-DCA2-2BD8-0A3BEE969F7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8664608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B3641-1151-A5C5-CED1-DF315F0D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D8B0-0866-DB41-AE92-7BAEC2AF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933F4-7102-E301-96F5-E6622527C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FBD2E-99F2-67A4-C5DB-20BF1519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D3BCF-230C-546F-A8E8-D35E1C2C5A4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545EE6-1FA2-1E80-717D-2D80595D241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1D35A-DDDA-0B01-E11A-84BA0BFD8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164" y="2454042"/>
            <a:ext cx="5706271" cy="364858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28F6EC-2F1A-29C7-5F0E-E43DDA718BF1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5FFA15-ADF0-DCF8-C8E8-9B9E2B04E1B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2498506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5CB8AD-F7C5-F252-7933-361E19D2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1F37-F5CC-2989-5EFB-ADDDE904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6024C-84D4-058D-F794-9BCFCA42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EE4A8-7261-26B7-2656-73773C3F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222FC-4A7B-FE48-8617-22D0A90AA6F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BF46EE-61CF-4CE8-4C2E-BBF55302707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B475F-4DD1-4D90-6A59-35B7E9E06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62" y="2385837"/>
            <a:ext cx="5620534" cy="3801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5741BE-7408-A972-91C3-A356619B39A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7080902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D8BCD-997A-4F6A-EAD1-87668793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F479-5344-3B63-62A3-17324686E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86786-1F4C-9780-BEBE-75E42213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5B1E-5A66-F52A-8F68-2B2E5784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768F0-0E45-6424-FB1D-8A1FE1BD713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D66D3B-2E5F-21E6-BBB9-B8A1516B5F5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F9A552-1C52-0A0D-DFE5-399531FE1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367549"/>
            <a:ext cx="5449060" cy="383911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069AED-0DE2-7B94-0082-5386CE08CAA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7676014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EEC0D-ACF7-0FC2-2863-DB0C3F3DF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7C12-38BF-8289-F01F-1A21BC1B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CF9A0-742B-8079-A221-1CC2F506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0226C-DCA6-E450-5669-7A1D79BC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ECD0F-F4DD-57FC-F490-D5E1FFF3FF2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EB164E-7D21-DF9B-08D1-45781317619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5B80AB-C92F-5CF8-43E3-C339A8A8C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46" y="2361453"/>
            <a:ext cx="5630061" cy="382005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FD6B3B-6CED-8B30-7037-F1462789C89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A4C081-113D-7194-94FF-C81DF053380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5282868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35D59-35A2-6CD8-CBE0-AF98F14E8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B61B-AC07-3C2E-7B45-F9F466A8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24A7A-3DD4-552E-63A3-7A559235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E258-C7DE-7C7F-5EBB-97AE11F9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991B9-1565-FF3E-1017-0BB232A020A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EEE684-2E43-2D11-7DBF-2709250A020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51492D-0E5D-45A8-242A-17BC24DA8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55" y="2501189"/>
            <a:ext cx="5992061" cy="36866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2C2CB7-2040-F942-D2D9-8F68C3751D3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4874707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493D8-497E-D2AD-E9D7-487A60AC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CE3A-9713-3FE2-E77D-FFBF3A5A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79C4A-56F6-E314-FF67-671E7DBA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A41FB-390B-3587-4290-0B1D24C2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169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3836-CCE5-BAC8-B541-7CD25A8382C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7D7562-1040-BAD9-E043-30F795FFD9F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4C0438-293D-4139-4666-AF52B059E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374" y="2385837"/>
            <a:ext cx="5677692" cy="377242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A6A74F-7222-A535-BDC8-02FF98871BF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3336557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930A8-7E5D-D7B5-7F2E-8E1E07ED9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072A-98A5-B1B4-A12F-6C1C02610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B24A1-5555-DCD6-1236-69F508D2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38072-AB99-9E5A-7281-754A70F4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82340-BB97-F81A-8C71-13990B8CFA8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85769B-D72E-4D74-17BB-D7786C2512B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B1E3D2-DAFC-0C0F-E996-B5E1E1EE2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032" y="2385837"/>
            <a:ext cx="5982535" cy="382958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AA18AA-9848-155D-14F4-C7673C4317F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5183650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1918A-16BE-F62F-2764-C24CC474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0763-AA36-A18A-6C67-0B598B26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BE5E5-050C-E8A2-D1C9-02496726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0C27B-C856-BBA5-48E9-31BD632C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5FC70-EE5C-E0EB-6379-33C3F76EB09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04C175-79E0-4941-EACF-D716E8FD7FE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C253C-F3D9-FF23-D6CA-017040ACB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12148"/>
            <a:ext cx="5458587" cy="354379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2DE2FB-2136-2D3A-5882-CC9EBD9AA59B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2C4A7F-12D4-1E87-0AED-CD26EB0B627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356464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6D762-FA93-189C-8539-01C20D65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7536F-37F6-479F-1B0B-42B5CCEA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1F309-7BA0-1F7B-5084-0635FC1E7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A3844-58F8-083A-C688-2A084BA8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DE1A2-1B57-022B-3A1B-C025FCEC4D5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759301-E362-A8C6-17FB-9982856DD69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08377-BA4F-CA38-35C9-58DF8AD0C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68" y="2399074"/>
            <a:ext cx="5887272" cy="36009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F8A7ED-4F4B-5AF2-5FC6-63DE9D591F3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9480133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F065D-5954-BB07-EEFA-4DA6323D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8454-CC91-DD35-33BC-0940B79E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C9284-DA71-5CE6-A571-CC2740F8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A7C77-742D-6A8F-C6BA-26A257DC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9FF9F-39CC-0AE5-0B37-DD02D44BBEF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ACE8C0A-A1FB-2646-C5F3-81CCD6E5397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88E487-47BE-1AA2-8CB2-0C5B7731C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56" y="2450994"/>
            <a:ext cx="6049219" cy="371526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8D8536-80E9-F745-2489-1870D11B9E7A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CD87E1-1F08-52A1-F2CA-426C7F8E540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45714441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FC004-107A-1A0F-0B54-3B106F5A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2B2B-CA19-ED6A-C2BA-04B61444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073CE-5F8B-4522-3BA9-24A067BBC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3C1A8-1C3B-3670-E3A9-24B10162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E946C-03FA-D097-E2B4-52A4022C8C3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19B6A7-0EFF-4BF9-1ABC-AA4544F04AA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91C2BD-1A11-E44A-D50B-A83CF07C7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548828"/>
            <a:ext cx="5953956" cy="373432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B72037-41C2-D0BD-F51F-48864A14978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A47768-E9AB-54D5-ABD5-787D4C8A1B4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8800852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A88E5-33DE-2EE3-C52C-3FFEB58F4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82CA-9011-81F4-23D7-844D2505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E5B80-C7CB-4BD2-E728-32D75A0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E0C4D-54A2-D2F5-BC7E-C73E6C76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61D30-E1F6-C30E-FF04-76A54069036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F646EF-802E-18C9-2C4C-401C9CB1F44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B9C505-6484-48BC-3F5D-3361AD013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46491"/>
            <a:ext cx="5534797" cy="373432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D5E5CC-01AE-203F-DF82-EAA7537A900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455893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46A52-0178-8DD4-89B0-1EDFA2C7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2027-C916-1FBB-2042-6A4018EE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AC7F-AD57-102E-C63B-3228F635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8B4AC-208C-28EB-EE55-6D46A49E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B65BF-4CAF-16AE-A031-1D4AB4CB1E4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1A6382-9D6C-00CF-ACA3-24BA60D8D36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35F0B1-1B96-8180-1DCE-27948DEB5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27" y="2373645"/>
            <a:ext cx="5506218" cy="38200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BA1049-CE28-7818-B733-603B50D27E3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6580640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52EC4-BC69-B68B-CE57-E3EA29B0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365B5-A4A3-303C-3FC9-970E928A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47620-9606-B46F-AEFA-A6411E83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85DD5-C4EF-E4B8-2E14-07B33B22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ABE3B-3675-2E8B-5675-83026145A06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25D100-DEA1-4A7F-616E-4BC44BCC5F7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70D0B-BBAA-0DBA-09C1-BEDF0736A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454042"/>
            <a:ext cx="5382376" cy="36676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948858-7C3A-D9FE-CEDE-FB6971D25A4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436621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71B66-94BD-FE73-F316-CEA9CE56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C3F6-FAC8-2741-3920-172BA35D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668F7-944F-5F64-E194-76C93330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97388-9E63-B0A9-CD82-F7036AF2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86E5C-48C8-CBB3-C727-E24584B415F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27005E-681D-EF75-AA70-0A327F6242F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6CE8BC-8DF6-DF96-AFF6-3EF66D12C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" y="2444047"/>
            <a:ext cx="5487166" cy="364858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C4C4B1-AC7B-EB8B-32E7-C57F0955A95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1650887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D53A5-3CED-6AD1-A741-FB95F0510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EC02-C083-013A-3106-000F7BD2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D9C26-54E7-5E6C-2BE6-7A7F5420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88FB2-F021-35F3-2E2B-542692B8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179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BFDBEE-7292-27F1-75B3-0145F9F5DB5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C397E4-C0E3-AF8F-04CE-7FC88AC5016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F97D8-72C5-2B71-69E9-2CD6678FC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426610"/>
            <a:ext cx="5515745" cy="369621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776188-FFF1-AA4F-CEAC-A98FDC8CD5F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038FF1-EF87-63E1-107A-9CEB7AE039E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44724505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BDD14-5731-13A3-D2DE-2A81F655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D8D5-AA11-CE6A-713E-7C6BE095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31DB8-E8F1-BFE1-22BB-D05616A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43F37-0B85-A942-FC4C-D64DB0AE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20E54-BC79-FD78-3565-A5F9C3D677C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1673E3-86E7-3000-10CE-58732AA58C7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63CF4E-ABE8-D262-1F4C-E3FFA9625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11" y="2457090"/>
            <a:ext cx="5744377" cy="364858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2D7213-9F59-F20C-DE67-67A7AC989C74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5B424D-8715-EB1B-3678-A243ACB81DE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4641396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36DD1-8331-FE05-B84B-E7E918B4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4BB-D534-D01C-FDFC-4A757ED6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11504-5D03-82D5-A0E4-F7B0E826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226EC-EB0D-D523-BC79-74A9D334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8A16E-0113-3FD9-FF4B-8D7CB41E945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991973-6102-F8BF-09C6-8D9048F0D3B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F7F200-A96C-8A7A-D652-5E593C097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85837"/>
            <a:ext cx="5887272" cy="380100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B5F7F2-EF9C-4EA4-8467-D27CA3BE783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C3D81C-5A5F-434A-BA8B-E0740FCF3C2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2888709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DE0B0-EF2D-C10D-88B3-41E9A4A5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A0CD-3BE9-68CD-EA69-B7F9466E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07A4A-BEE6-491D-CC1A-C17F5885B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6FA88-AA37-EEFD-6EB9-88ABADBF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3DC38-1D75-D456-9E9D-B94110968A2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0C8BF9-FAED-9388-1C13-FAFF2FBC4C9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CEFBBE-BC95-8843-FD3D-0BA955CA9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87" y="2385837"/>
            <a:ext cx="5744377" cy="378195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DA9228-06D4-9E1D-E547-438D53F9E83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91F481-15B3-BEB8-C671-B7A52006590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560113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ABA40-8003-C687-25BA-22EF799E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DF72-3530-42CB-2243-DC2E33B9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3A891-C06D-5EB4-DBF9-00A98EAA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3C4F0-01ED-6896-39C4-50DE47AB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443A1-B44B-9F5D-5711-859511B194A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786A83-25F3-DE44-95B6-1ADD122155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4B577-762D-8B44-74D6-5C893422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12148"/>
            <a:ext cx="5801535" cy="362953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E40839-D179-BE48-993D-419ACA0A3CD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474007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C39BE-CA1F-BCD4-4AFA-68681139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44A1-B9C1-65F1-D3B6-6C3B1A23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995E3-0A8A-2C6E-975A-2F75153C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3C2D-8822-B9CA-3571-90533F5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97552-F696-0D58-8B89-9A52C3CD92D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35F2C4-49ED-1A76-FD8B-5491FCD29BA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C9425-ABBA-B6E8-9F52-C25BE3E77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28" y="2385837"/>
            <a:ext cx="5515745" cy="366763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BA3250-71EA-30DA-6D16-F4E1665EAC19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E5B034-A68C-6B11-CED0-165F8E8B75C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3003448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EE2C7-67E3-FB69-875B-9BCD85E0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FEA2-B9F2-C1C7-497A-C89B02E3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157F7-ABD8-097A-F91B-60386DCB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1B65A-1432-B051-52BE-4C0E3890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5F6887-2189-489E-E6C5-896D15E60C4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A158AA-4BF0-FC9B-9018-5C2AA66E8AA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D89117-94DA-E865-EA5A-DDB154E11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79" y="2473541"/>
            <a:ext cx="6382641" cy="375337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CDD301-1FC8-CF7B-CBD7-C270E4A4401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B0FE36-87FF-6FF5-A859-A30E5B44637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98543052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008C1-5D41-5105-C15B-7660C04F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B5E3-1DCC-F019-22D2-F731A71B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8ECBE-BB2D-BBFD-6EED-20B2E23E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C46-216A-3E23-7D2B-E1270D07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7517C-F918-AA9C-3600-4636CBFA956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AEDA41-C2A3-7211-96CC-DAB54FE9947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018E71-9C05-7E86-3A2F-1F6BACF81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748" y="2286000"/>
            <a:ext cx="6477904" cy="39343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2B1172-657C-6A65-B4FB-136E929CE6D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7739547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FCB42-FDCD-A7F4-2703-DF95BEA6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FF82-3247-FFDA-0484-7D2ACF50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E764C-4593-02E2-D982-1139C849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16EE8-1DF2-A91A-A6DE-2EFCEE33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351D1-3ABE-2A67-EC92-7C27BA60EA2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7FE478-1E5D-8DD2-E203-CB5567D7E28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4C2375-051A-0846-AA40-ADADDDEFA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497" y="2385837"/>
            <a:ext cx="5753903" cy="382958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227337-D4C3-5FB6-9FEC-50F116746AF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7451326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6A8B2-E23C-5D33-6812-70C4D26A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92C9-F9BD-4810-13A8-9F4C83EB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4630A-2FA6-0B2A-9E3C-EC320474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B1AD1-5F26-B05A-E402-113E8C9F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D5EA2-F678-0353-2FCB-8F3FA92E056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932CD00-2F54-E9AF-44C0-A9C71471BEA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1F1DDD-262F-1084-8595-1722DBAFC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232" y="2399074"/>
            <a:ext cx="6163535" cy="373432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72712B-F4FC-961E-53A7-A7DF47BB9366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43A071-C516-86AF-9E2A-892456123A3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3864838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4B7FB-585A-24E8-3839-B3881022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DE44-738D-9B80-B216-C8BA60B3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8242-4679-307E-1195-132EF9D7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E9127-FC10-E728-D3D1-3641DCBF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189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7C953-FBFF-964E-F4E3-9B676FC4E53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976B0D-1B90-EF66-FF39-709BC522F47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47230B-FFC9-3F16-6A8A-CFFD6F95D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722" y="2374690"/>
            <a:ext cx="6315956" cy="37629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6311A9-6B66-D64A-61B4-22FAA71B31E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3869DE-FEA5-3C21-50C8-14D2797927F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9881410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4A798-6BD3-AEEC-C21B-CE2FA239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0FC1-42AD-C8B2-9E74-2B8EFBBA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2BEA3-5FF3-74E6-7244-826A4A22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39AA5-B594-F34B-AA58-4E2ADA3A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33D18-151E-74FB-9024-24256D84F57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F39C51-50DC-4B70-55F9-75BC8AF62E5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EDDF9-7A88-B740-84E2-89D0D90A8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290" y="2370597"/>
            <a:ext cx="6001588" cy="384863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F6A468-B1C0-E0E0-5D0F-28B3D74B3A5B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D0B674-870E-2CC7-34F8-838513C41F0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335600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6E896-FD25-2DCF-4266-8934F6D8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803A-A57F-8A2F-AC9F-74964C1B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180B6-8963-D0FE-1492-D437FDEE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05AE6-FB41-E078-5685-EE1BD1EF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ECDC6-4D80-E556-E56E-95FB2E93F3D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BD32AF-299B-3146-22BD-FC0906F6ED2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290BA4-1D24-B46D-349B-E9A64A3F6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27" y="2512148"/>
            <a:ext cx="6058746" cy="37057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4C2CB8-7C27-2442-607F-12C9AECE628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0319931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0540E-ABD0-3B2E-1AB9-4813ECA6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B497-D280-9970-632B-F00E7015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23EBD-2387-E1B8-AE8E-37FF2C337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DF4F9-8EEE-B39C-938C-24F73C7A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21F05-D19A-21BF-94D6-BB6359D187E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F93D46-F294-90BC-93FF-2FC54AEA316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92307-33C8-856F-2441-40EBFD3A4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249" y="2358405"/>
            <a:ext cx="5572903" cy="372479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7F14E4-981B-FDAB-50E5-90AB82D0EE6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9399285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7A28E-C7F5-8D4A-BD0E-1191379F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6E529-6E25-CE47-6254-B5ECF2EE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DFE95-9B19-C530-31CD-C366DB33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7791F-75BB-A326-0D99-316909A1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5447D-FA5E-2908-D2F5-BEB5645C831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746390-7679-EA8A-B2E9-52F57DD2229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E02E1B-D9CB-6D02-4692-2BBDA5BB7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94" y="2331838"/>
            <a:ext cx="6039693" cy="35628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625D05-C383-4FAE-7772-5A483F6CE21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3839773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51948-2DEC-8260-CFFB-262DB465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25D8-CDDA-B898-04FD-5C5FBE3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9200A-4FAE-8C75-C0B2-B0032DEE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B5926-89F7-8CF8-0093-5F78DAB8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F58EF-12E5-DBEC-B291-706F9DE2607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74B6B4-C605-DEE6-DCAE-380338738CA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655F60-3657-98B0-C4ED-81B9353AC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80" y="2399178"/>
            <a:ext cx="5296639" cy="368668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8DB825-2E83-4791-AF12-1E4CD05A239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19818970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B4304-3A2D-014C-2739-F4754F72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126A-E51F-B26C-794F-DE1AD127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775EF-BDB6-5091-2636-2C598E5E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C496-130A-581E-3F79-7FF02ED2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2CB64-447B-4853-10ED-F072738005B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C16B13-6EEC-0F15-920A-CC734E5EF6A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AC73A5-9553-330B-9419-E9ABC4E78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33" y="2385837"/>
            <a:ext cx="5620534" cy="3801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2B9084-8E81-CEC1-9C98-63B1279F7C6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166100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31B53-5D16-A03D-D11C-F343476E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9BEC-792F-C544-1AC4-DBB6B5A4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7B4C7-A2B3-FDC0-7B3B-A23AB11E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AF899-8D16-186B-43A7-9C896036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BB678-CF0D-9C37-CD41-3A6C85754121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7CBC0C-8847-2FA2-71D0-6ADAE002BB1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630F08-AC4B-5616-2DC2-E74CD4321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180" y="2379741"/>
            <a:ext cx="5477639" cy="369621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71541D-6767-4335-D2A3-499E46D9F14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0408296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23E2CA-FE7F-5B24-FC6D-BEE38858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F117-04D6-6822-C340-FA1E01D7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44E33-C7EF-3BEF-97EE-B1B307CC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FF7D0-C265-779E-E5D0-758101C3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21D8E-FF8B-B688-D078-9682B4B4C10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F916E4-06FE-037E-BBDF-F8A93BA8FC7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A45757-E061-FEB8-E216-7AA827213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70" y="2385837"/>
            <a:ext cx="5449060" cy="3762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82FF9C-E163-C39D-B6E4-A2D2D9CBD04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26465478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16EFC-C986-8485-1409-C53A772E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FD45-D432-7CE0-CB26-4293EE2C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B1238-3E29-E7E1-03A5-61D77C1C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1A875-C4E0-4DA6-E605-6F6EDEC6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CB247-65AE-C687-EDC4-4AFB642AFDB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6F37A1-B39C-B712-085D-F5A77C9D681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4239E-5F45-D5FE-1BF8-BCF359121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737" y="2399074"/>
            <a:ext cx="5477639" cy="362953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BBF054-3473-8C5A-2D75-45B1781B1FF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4137060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1DD70-24C8-8C1C-1A71-1ACD910B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9FE2-9F85-BDD6-9564-ABEFB0E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EF919-C1C4-F2CA-C01C-42963F0A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66731-358A-512F-35F1-E8B81FDF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199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76B16-1A2D-AFD3-7F59-B76D745BC25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1AA8D4-1156-BA3E-64F4-75255018A9F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69B4D-7249-AE83-B525-4B5C5D5C0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68" y="2414314"/>
            <a:ext cx="5753903" cy="362953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A01995-37B1-97F2-3EAB-326497800108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F8A3EB-42A8-6FD4-19B2-76098531156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6533215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7D0B9-FE75-AA52-DD3B-15C11CEA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CBA1-92BE-EC1B-D347-B7F3FECB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2002B-8378-9D15-B13D-AA7FECEA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5EA47-69BC-0E31-F2C4-6989039E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F986E-33AF-5935-81B8-5B662423BB4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C76A9-0D83-119E-B21A-88D2188678D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FDC420-D6E8-4CAF-78BA-57EAE34CA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12148"/>
            <a:ext cx="5401429" cy="351521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A43AE1-37A9-CC48-1D4B-62C0AA917F03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CBEBA0-4136-B8C1-2BAE-D91339EBC8B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9455502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EDA3A-A873-4D56-985C-3B12E2673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B59B-7E11-920B-7AD6-8E80A947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5F343-B982-58EA-6EFF-4FA23941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0D1F3-9702-2D1E-1EA4-660648A4B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7FB46-B72E-5303-E4CC-E74A87183C6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259BFF-53F5-A3C2-3049-84745611165B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42C6CB-F453-1C73-640F-BFBC50AB6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411016"/>
            <a:ext cx="5143855" cy="348366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995C1F-0356-E2F8-A78A-E084D6B6CFE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5204106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4CB0A-5608-895C-FA22-3B1930F2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6BB6-5E40-D071-6040-9EB5F3C36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8B6B1-705B-D95B-C2B8-9E0C9AFB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AE3E7-1D63-DF1A-59EC-1EEA0D4E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FBAA0-68B0-EA61-9A9A-9E256953E08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BD6ABF-15F9-8C87-6B4C-72F176105B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38BE5E-1566-5C8B-F5DC-77C4301AC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90945"/>
            <a:ext cx="5706271" cy="35247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BBD44B-5F9C-B914-87D9-87A8996979B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1170993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112C9-7093-2C6C-A466-3BE485B0C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30D3-A020-5ECF-B636-874E8EDCF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C2C37-CCF9-CE42-B25B-79BE20A4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66A96-AF89-ECEA-C267-4D1312F4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76B96-FB61-15FA-50FB-F7FA0CF7ACF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29A7D0-3C5D-DF95-22C5-FC1911614B7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34611C-38E8-9C9C-285E-FF6FE5814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01" y="2531573"/>
            <a:ext cx="5715798" cy="35723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0A064D-9FBC-D76E-32AF-154FF39034A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7604789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7C870-58A1-CC12-8F91-F70290B5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6AD3-F94A-4052-1DFB-F17EC091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098EA-85FE-8176-2532-C7FC70A6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E26B6-E7B5-A18F-A0B6-3CBC5EF5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43399-D68C-1EF5-0FC9-4C63B1DD94A4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B6E290-2CDE-83B9-504E-0FB451BB978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DC1693-FB7E-9498-63CA-93F129390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399074"/>
            <a:ext cx="5506218" cy="3762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DFCE90-0CB1-D67E-D1D2-26852522925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47642858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709D7-9561-5DB0-2003-85912091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A79-26AF-D6AC-F8BB-096F90DA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84BC5-E1A3-640B-4F6F-E41B90DE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24116-7CFB-BC71-8646-2DD6F371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F5EC61-61AA-AE74-2C1C-4F7053E7AB0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A6EB86-9C8E-21E7-38C2-D94C245F039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6A86AF-F716-FC1B-5FD9-2EF2A7542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38" y="2465969"/>
            <a:ext cx="5544324" cy="368668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AD6E11-1612-5263-821D-087D98A8BB89}"/>
              </a:ext>
            </a:extLst>
          </p:cNvPr>
          <p:cNvSpPr/>
          <p:nvPr/>
        </p:nvSpPr>
        <p:spPr>
          <a:xfrm rot="19756096">
            <a:off x="5730833" y="4230743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947B50-C0F6-2B6E-F16B-FAFBD13E6FF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3132233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563C7-8EC6-5EB3-FF4F-369548D1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3248-6E56-166A-1966-1AEBEFD4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08B52-1C4A-6F7C-9896-978BB7A9C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5FD6-06E6-942E-6565-6EDF388C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1147F-BC42-A6EB-E6C0-5238E47DB7A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80C244-FD0D-B9EA-A6EC-267EECFFED4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1E49D1-1531-109B-8B1C-D226318D2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02" y="2449725"/>
            <a:ext cx="5135856" cy="36462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8FBD21-BAA7-8D01-21D7-12355EC9B49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9665142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CAC01-38FA-67B9-3B86-A56574CA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18F4-41D5-EC11-AF4C-F5DDB267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D335C-7AFD-986F-6B13-97B901EB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CF12-E7E8-2ABD-4D59-4069B33A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749C6-2F3A-00F1-029D-B5A484981FB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851447-A1DC-D321-B40D-ECFC66D57B9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948B7-EFDA-6018-7DE4-21435E996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36611"/>
            <a:ext cx="5744377" cy="362953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E63879-56E0-BBAC-EC87-0147FFBA6E5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49062174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F4AB1-88FE-54FD-FCD7-0BB69027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7CF4-2DC5-9409-D5C3-BE5AE998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52F5A-3FCD-1608-8639-49CA9AE3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133E7-79E8-FF18-442F-9BABC8AA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55797-5EC7-4E57-57ED-758FD94673C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141F36-711B-6E28-2108-A489F1AECA7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75455-F4F0-CF15-1AD0-9839D64A1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249" y="2451591"/>
            <a:ext cx="5179366" cy="35682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9FD441-CA67-7107-DE7D-DF27769B6F9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7425619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F936C-C2A5-138E-036C-3FD1B0F9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A053-35B4-D6CE-0F1D-55D79B62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9A26C-0939-1A46-1197-8A1D75B7F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83343-733A-FFD2-5119-0076B2420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209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79570-3C6D-7DE8-56CE-CDC5757E26D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D7CAC84-11CA-36FD-EA1C-033579AC3C9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F1C9C3-DE11-1F99-62F3-DEBC34AB2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231" y="2385837"/>
            <a:ext cx="5363323" cy="370574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B597C8-96AA-1CE7-78B7-3A9BE676621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205E7C-10DF-4496-1972-83C1F1BDAEE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27117784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4E365-DC23-89E8-B728-A78BE9B6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D2D0-0239-D6DF-A0B4-51E4341A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DBEA0-D79A-69FB-7133-B0802071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44A0C-6230-76F8-B897-F43C2AAA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27C1B-6954-C8F7-06EE-AA7E798D8EA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1AFB7C-4545-6F10-65BB-BB092978E2E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7A1A5-45FA-0086-296E-B7F76587A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12148"/>
            <a:ext cx="5382376" cy="3762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EE312F-5EAB-294B-F846-CA0F88017ED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1901642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8EF28-63D6-1390-347E-F44385C1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3C14-633B-E6D3-935F-6423C154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74E8D-AABE-B6AC-9FE0-3BAB6BB0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E7FE0-47C8-1D37-D820-8B0018FD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938B5-DBFD-9641-A68C-0BE3FA24193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E9641A-E4DE-7F86-DC6B-771E0058465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829B5-3BEF-6F60-A869-F9C3C681B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743200"/>
            <a:ext cx="5839640" cy="301032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1747C6-682D-B912-1566-F857A14FF3E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6313449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71FF2-529B-2979-ADFE-CC002AAA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1590-BAF0-1E2F-7355-8B2B6D8F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C91BA-984B-B8B2-7C64-E2C20745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C8828-ED8A-C914-F104-10FAAD18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F58531-B3BA-EC57-1752-EB927EBBDD1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0786A8-A468-98AD-2162-C22764D8608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5E074A-0E9D-8BC3-E497-136AC921F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008" y="2830592"/>
            <a:ext cx="5630061" cy="29722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437371-CA54-B6A8-7B0B-AD4CC83E523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7237454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CD331-68B7-9619-8FC2-0002053E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CBE87-27CA-59DE-4811-5EC429AB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92A07-CC74-9027-A394-FA312E99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19258-BCA3-DF89-9310-A9335A26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D4D71-33AB-B1A4-2E55-2E2281194A3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2EEBB5-A60A-BD51-96B8-83718C679DB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331F64-CCF3-9CA9-739C-60B6D34A1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312" y="2364501"/>
            <a:ext cx="5563376" cy="373432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2FA56D-9AAD-F758-3448-E11D4703363B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589CC8-E2FF-25F6-BA98-F94B445DDE0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1174847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A2EF8-2DBE-5958-168B-19AE7A5E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F5CB-356F-8E85-2DB0-CD19743A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2B046-D3A0-6E0D-7637-ABAAF550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877C6-AEDE-26F2-8788-0BD522F0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C51FC-8E0D-9CF7-226A-34DFC0A510E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C03643-D5AC-B5F6-AD33-E281A4BB59F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2F59C7-4668-E9A2-8A59-DB3F4B82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54042"/>
            <a:ext cx="5611008" cy="375337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5C1305-E82F-44D6-1AFA-CB49CFD88AA7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DCEAD9-DD3A-3401-7D1E-F2F88BDDD2F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1829527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81818-B29E-EFCF-69B1-68548764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F91F-BDE5-B370-14BC-5AA7366C4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A28CD-884A-5761-B663-F6F174B8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1FDDA-6D3C-9F0A-3CEC-01D5CB9C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6A267-9ABA-C3EC-D39A-23B1641ACB7D}"/>
              </a:ext>
            </a:extLst>
          </p:cNvPr>
          <p:cNvSpPr txBox="1"/>
          <p:nvPr/>
        </p:nvSpPr>
        <p:spPr>
          <a:xfrm>
            <a:off x="1600200" y="1530712"/>
            <a:ext cx="640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</a:t>
            </a:r>
            <a:r>
              <a:rPr lang="en-IN" sz="3200" dirty="0"/>
              <a:t>Series:</a:t>
            </a:r>
          </a:p>
          <a:p>
            <a:r>
              <a:rPr lang="pt-BR" sz="3200" b="1" dirty="0"/>
              <a:t>2, 6, 12, 20, 30, 42, ...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7A7983-5624-876F-2E22-45E089865C7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05087C-9CB5-708F-EEBA-F6B179D81A6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52223449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46D93-A7F6-147D-F588-79528C13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0C9C-F863-C15D-2685-50752B69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7853C-EB23-F18E-BBDD-8F301B5D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5854F-0F6C-72B6-6926-84CC7846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D928D5-9A80-29C1-00EB-DEF7771BCF4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7DCFC5-D3B5-1906-2396-D6773768F54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68A0D9-A539-8F93-656C-11B2892A0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447372"/>
            <a:ext cx="4800600" cy="335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7075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70351-5647-9F7E-4CBB-9759AD17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7ADB-AE82-3FBB-5863-393EFF74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3DCBC-857A-92F0-91BF-48319A0B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DA27D-6312-E771-994A-51029466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A64FFB-8F67-9817-D426-8B6A5C9FAE4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F6E0C7-2A29-0DA7-D62E-6CAABCB5F54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B3CBF-7BE1-CF77-EDFB-8D7F77359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446519"/>
            <a:ext cx="5048668" cy="326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429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1C7A5-7D3A-0592-EC70-74CF94E3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51D1-29C8-DBF6-DF78-8E1772FC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A0C7D-DE25-6120-082B-512DB9CC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9E649-D15B-4169-C011-B18059CB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2D9AD3-CD6E-178E-DCDE-FB21ABD13AD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5554F1-2651-B956-B5C3-0CC15EF9773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03292-4410-A59D-6B39-212B0315F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492384"/>
            <a:ext cx="5863169" cy="301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3964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B6E9C-705A-4665-B3A1-8345AB19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23D2-A0AC-7921-C75A-88D59515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8C795-4A7A-165A-6095-BB24046A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E4097-654F-99CB-42CF-7F1A1962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219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C357CF-FF79-C456-053C-DF2FED6F64B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53DE68-0E92-2776-60D1-4FE156B0EBC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8BA77C-E0D5-0766-082E-A3D14FAC2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947" y="2678806"/>
            <a:ext cx="6297106" cy="329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02625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45D96-C78E-D58F-2F80-EDBCC1FCB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9A97-B813-352A-1210-D30AA5EE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02BA2-2180-1D75-5648-5942E633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B3CC1-3633-9999-B3E7-572D576E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9D4FD-CF72-D3F8-AEAA-3C5B625B533E}"/>
              </a:ext>
            </a:extLst>
          </p:cNvPr>
          <p:cNvSpPr txBox="1"/>
          <p:nvPr/>
        </p:nvSpPr>
        <p:spPr>
          <a:xfrm>
            <a:off x="1600200" y="1530712"/>
            <a:ext cx="54102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series:</a:t>
            </a:r>
          </a:p>
          <a:p>
            <a:r>
              <a:rPr lang="en-IN" sz="2800" b="1" dirty="0"/>
              <a:t>2 5 11 23 47 95 191 383 767 1535</a:t>
            </a: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2BE315-203E-1AD5-B673-107E60DFBCDD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E02A34-6D98-960F-0584-D1A1E8AC576E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D6A4CC-377B-B2E5-ED74-70FC29EDC1A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2423437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BCEA-3232-769D-0B74-4B96DDFA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B337-03D8-498B-8548-6C14452E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59890-E129-9067-E119-77A16E34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76A4-DF61-8417-D0D3-A4BC3F40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53D5A-AC70-C3E8-9FA6-2EA0D03006F9}"/>
              </a:ext>
            </a:extLst>
          </p:cNvPr>
          <p:cNvSpPr txBox="1"/>
          <p:nvPr/>
        </p:nvSpPr>
        <p:spPr>
          <a:xfrm>
            <a:off x="1600200" y="1530712"/>
            <a:ext cx="5410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series:</a:t>
            </a:r>
          </a:p>
          <a:p>
            <a:r>
              <a:rPr lang="en-IN" sz="3200" b="1" dirty="0"/>
              <a:t>3, 5, 9, 17, 33, ...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7A1459-C4C8-A316-0563-B685AD614E4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7DA7AA-EC63-3810-AD25-1BB0AF78A87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8353972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A35D1-6079-E0BF-C44E-292D604A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3A30-995C-10F4-B2DD-3DA7B6AA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63792-7485-E71E-97A7-9761A298F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966DD-91FE-6CB9-EA26-7CB51881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08119-244B-94B5-275C-90C3249C4101}"/>
              </a:ext>
            </a:extLst>
          </p:cNvPr>
          <p:cNvSpPr txBox="1"/>
          <p:nvPr/>
        </p:nvSpPr>
        <p:spPr>
          <a:xfrm>
            <a:off x="1600200" y="1530712"/>
            <a:ext cx="5410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series:</a:t>
            </a:r>
          </a:p>
          <a:p>
            <a:r>
              <a:rPr lang="en-IN" sz="3200" b="1" dirty="0"/>
              <a:t>1, 2, 5, 26, 677, ...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0843B5-307D-725F-AEB0-A7BD4FBA167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412851-6D6E-987F-2C75-B8242A5A490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1287298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70484-307B-BA8E-56A8-A63F88A1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B445-0922-36C4-2E3E-FBA1281DD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801AB-4929-1A65-CB46-5C8E9CEC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BB6A2-89C3-4C19-10EF-1C3C533F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6605D-F8CE-BB95-E238-D2F6DF95C61C}"/>
              </a:ext>
            </a:extLst>
          </p:cNvPr>
          <p:cNvSpPr txBox="1"/>
          <p:nvPr/>
        </p:nvSpPr>
        <p:spPr>
          <a:xfrm>
            <a:off x="1600200" y="1530712"/>
            <a:ext cx="5410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series:</a:t>
            </a:r>
          </a:p>
          <a:p>
            <a:r>
              <a:rPr lang="en-IN" sz="3200" b="1" dirty="0"/>
              <a:t>1, 2, 6, 7, 21, 22, 66, ...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2E8CD2-533B-7932-8E60-4C7412FC76B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FA625D-3002-7834-68F9-C815DEA4AAB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1257876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852DE-B159-6D44-A6E7-E1CA2A6A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9486D-E511-1B0C-2743-A94C5B23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393-5D90-5709-D41A-23B3D92A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045BF-BC10-1348-9535-9A9D7508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18E19-8E17-E10E-4058-CCA69F75DC37}"/>
              </a:ext>
            </a:extLst>
          </p:cNvPr>
          <p:cNvSpPr txBox="1"/>
          <p:nvPr/>
        </p:nvSpPr>
        <p:spPr>
          <a:xfrm>
            <a:off x="1600200" y="1530712"/>
            <a:ext cx="640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</a:t>
            </a:r>
            <a:r>
              <a:rPr lang="en-IN" sz="3200" dirty="0"/>
              <a:t>Fibonacci Series</a:t>
            </a:r>
            <a:endParaRPr lang="pt-BR" sz="3200" dirty="0"/>
          </a:p>
          <a:p>
            <a:r>
              <a:rPr lang="en-IN" sz="3200" b="1" dirty="0"/>
              <a:t>0, 1, 1, 2, 3, 5, 8, 13, 21, ...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8F97F1-2B42-FDBF-8AC5-ECC9BC80D38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FB44BA-66D7-EBD7-A53C-E919CECC9CF6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61BB61-A6E4-9B30-F931-FEA600DD4F1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69005601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B5C04-30AD-6EA4-B550-520E65E0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3B2D-E440-5505-EE00-2371BDEBB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F4E89-CAD9-19B8-0782-FD8A8DC5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79322-5A7D-EFDC-68D1-6643ECA8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9611A-5EC9-08E6-89FC-2CAA5FD713B9}"/>
              </a:ext>
            </a:extLst>
          </p:cNvPr>
          <p:cNvSpPr txBox="1"/>
          <p:nvPr/>
        </p:nvSpPr>
        <p:spPr>
          <a:xfrm>
            <a:off x="1600200" y="1530712"/>
            <a:ext cx="640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</a:t>
            </a:r>
            <a:r>
              <a:rPr lang="en-IN" sz="3200" dirty="0"/>
              <a:t>Tribonacci Series:</a:t>
            </a:r>
            <a:endParaRPr lang="pt-BR" sz="3200" dirty="0"/>
          </a:p>
          <a:p>
            <a:r>
              <a:rPr lang="en-IN" sz="3200" b="1" dirty="0"/>
              <a:t>0, 0, 1, 1, 2, 4, 7, 13, 24, ...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D35E57-33D2-B92B-DD41-6DBB1F48AC5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C2095F-6FB3-627C-6F17-5FCC4DAD71F6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302FBE-65B5-DE59-B2D8-10FA66EB70D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0755769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86A15-B0E6-F2D9-F282-B55D95CE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E16F-2E25-31DA-7019-8F1FFC02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BB654-D7F9-9318-5E22-DA678DAC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19838-0067-0895-2AC9-BB5643C0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8C4B8-D6E0-D322-129E-550DE275CF57}"/>
              </a:ext>
            </a:extLst>
          </p:cNvPr>
          <p:cNvSpPr txBox="1"/>
          <p:nvPr/>
        </p:nvSpPr>
        <p:spPr>
          <a:xfrm>
            <a:off x="1600200" y="1530712"/>
            <a:ext cx="640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</a:t>
            </a:r>
            <a:r>
              <a:rPr lang="en-IN" sz="3200" dirty="0"/>
              <a:t>Series:</a:t>
            </a:r>
          </a:p>
          <a:p>
            <a:r>
              <a:rPr lang="pt-BR" sz="3200" b="1" dirty="0"/>
              <a:t>1, 3, 7, 15, 31, 63, ...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ED9979-C478-3EC9-6A54-EAFEBE507CD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FE42FB-9352-3471-DE55-0D2F0188649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5753331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7E99B-4139-E6E3-70DD-0DDD9841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A146-9E9E-7CBB-FC79-005CBD1C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25824-ED2B-ABB0-77F8-1447F39A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966A5-8DA8-6B30-7FE2-A4F7EB56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C4EE3-495A-BF4B-F7C9-2275C0DD3EF2}"/>
              </a:ext>
            </a:extLst>
          </p:cNvPr>
          <p:cNvSpPr txBox="1"/>
          <p:nvPr/>
        </p:nvSpPr>
        <p:spPr>
          <a:xfrm>
            <a:off x="1600200" y="1530712"/>
            <a:ext cx="640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pt-BR" sz="3200" dirty="0"/>
              <a:t>Print the below </a:t>
            </a:r>
            <a:r>
              <a:rPr lang="en-IN" sz="3200" dirty="0"/>
              <a:t>Series:</a:t>
            </a:r>
          </a:p>
          <a:p>
            <a:r>
              <a:rPr lang="pt-BR" sz="3200" b="1" dirty="0"/>
              <a:t>1, 3, 7, 13, 21, ...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84C458-4846-DE60-8FAD-F628466B47B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7093EA-BCAD-52B2-5199-A80B5F72BB0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8814376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EE9AA-8884-5DD1-DE24-C6E37477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1EE8-1423-BD45-9887-D27D1721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E476-9A32-F275-7813-F27457303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438B5-E11E-37E7-D6E8-89F549CD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8D8F3-4529-DD86-2BC8-2469ED6C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BDD1F5-3485-DB57-423E-4E32C1C9D576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574CDD-9E0B-66A7-3FB2-4F367AA81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12148"/>
            <a:ext cx="5315692" cy="30388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1446AC-B753-F82D-13DE-F916D3BEA7E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37668419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D3524-3A0F-E3CF-43EB-0A04CE03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558D-F75B-5D6C-F8BA-CF29B036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E9747-25EE-7A19-8F46-4453A3BD5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898D4-ED38-FC3B-347F-8E408777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6794F-1103-533B-7CFF-64CF68AD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229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8ACD13-8567-1A6A-D65A-0AC01CC14F10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DE2DA-75ED-776B-78E9-B247D91DD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819400"/>
            <a:ext cx="5572903" cy="301984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A0DDF8-15BE-D021-ED7F-EEA3D933252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2729094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3A951-9DE5-F709-9A31-FBC6A2B9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68E5-8B19-0FB5-EAD8-BADEC082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28ADE-D980-DC1E-B352-76C988A4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6F4D36-C3E2-49DC-48BF-31EF213F1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AAEE4-B51D-B73C-4D29-F798D41F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E0496C-13ED-7277-4DF4-A8A722E14F3E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7110D5-9FA2-2CBE-49D8-BD7EB421B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2" y="2327009"/>
            <a:ext cx="6735115" cy="379147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F832FC-F71B-2382-2D35-AF6978F6D2C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1686577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495B7-E4FE-550C-C780-0B0D7F85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CF1B-7BBC-36F3-1CFC-17D23DA0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98BD-49A3-FA9C-863A-AD3EBB3D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013C3-8255-98D7-4BD4-59845106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30B7B-67C1-3295-7A7D-EF27CD83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8E8394-802E-73ED-0A2C-A042769FF9F2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27085-132B-2684-CC06-97A4ABB32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706" y="2460378"/>
            <a:ext cx="5820587" cy="352474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29368F-2DFD-0A83-1D63-D84520638F0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5512146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B4642-48D7-3DC5-FB01-27A9E64F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D12D-C8F5-8551-B9EB-9B5B744AE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B731-D343-EC97-A25B-F2FA17A90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A0184-3802-1A90-1BEA-4A9412336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FA956-BC93-F3F6-E985-B9472255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82562B-D74E-6533-225A-70BE20305BF9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61086-863B-B30C-787B-034BD2BC3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71642"/>
            <a:ext cx="6449325" cy="367716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562504-69FC-A3ED-4A56-EFF2CF7F0BD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18919862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C4607-B79C-090A-1387-0AD63545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079B-5E65-D9B6-FB7D-5239BF84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81684-7CAB-2EED-500C-33D61B1C5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946CB-2BCE-D01C-1230-82CC87A0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24483-677B-CDAF-5D8C-D15EBF95A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3FE63E-3AE0-E35F-3A4D-84D18A2C7C00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87D0E1-8C91-2A10-75FA-6B93DB6FE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286000"/>
            <a:ext cx="6020640" cy="363905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3EFCAC-B82A-3A83-A189-95EEA79C1E8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3870455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AD5A8-95C0-CCA7-AA72-59026459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9538-4377-A532-0F1E-103154D5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12F71-2BA0-58EF-8D7C-14F9258B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DC9F-A8EE-0649-65D8-0B15844BC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50FE2-EC49-949F-44E0-105034CE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29BFB4-01B4-0928-2766-AFCBEBFC0082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47B4AC-1C5A-FFCA-4B02-037FC0AC81D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98563B-A6A4-F0E6-184A-3B0B08E8B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125633"/>
            <a:ext cx="4391638" cy="371526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B7729-B0BD-0F04-2F99-1822E9FB9469}"/>
              </a:ext>
            </a:extLst>
          </p:cNvPr>
          <p:cNvSpPr/>
          <p:nvPr/>
        </p:nvSpPr>
        <p:spPr>
          <a:xfrm rot="19756096">
            <a:off x="5273635" y="4183249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62294623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867707-690A-A6D7-AC06-952057E4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8F4B-C4E3-2285-794D-645930A1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7577-A712-5B06-C482-0D5E5721F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273D6-5BC5-D5E7-8370-33956CFC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77D59-9E1B-EDD0-228D-CAA41621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9CAA31-A5AA-02C0-79E6-AC87D0BBEDB0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F50F3B-0473-EAE7-710A-BB53C07C3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56700"/>
            <a:ext cx="5649113" cy="366763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775731-306D-27ED-FA87-4ED73B468154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6C2D7E-2E04-DD00-90D4-18502E0D013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685400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9C53-6CD4-9370-572E-4CAE0A40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6665-7CD6-59F1-4D34-B4652E91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7AD3-1FFB-E21B-F419-4AF6B280D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23376-8450-D86E-F51E-EB6E708D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8E5E1-0BE1-F480-9E9A-C39462BB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032AB2-21F3-0988-12E3-161C1BE32E53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8D7613-253C-D7E5-A443-2E6768AEB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2399074"/>
            <a:ext cx="5534797" cy="360095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7ECF4D-7910-F4B4-EE32-4429476ADE99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DDC911-800E-58F9-ACB9-D40AC5E1EFC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89605411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C461C-0B71-B5A7-EB97-9D63F509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6587-A7FF-FA8D-5A5C-14AC5CC0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1F54-1E51-302D-5406-D0A1AAF1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3C270-22B5-687A-E207-C6F14DF1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B3DF3-41AD-66E8-689E-152E3C2E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5B5DBE-9D73-F633-DE77-1BE1D25CFE71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288C8D-9187-6F3B-2544-FDF2FA3F8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733" y="2209800"/>
            <a:ext cx="5258534" cy="371526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164FA8-BF1A-23F0-850D-BA92E337D67C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C8C6E4-AB4D-95F0-A8BA-88D0FC2E2D0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4215727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3492E-561C-9253-0288-1A2F37FA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6A7F-1530-6469-5FDC-6609F52D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5E45-D4CD-C387-3F81-BD52D62C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70760-0DB1-82F1-8668-30498423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E4D81-00FE-5C72-14D8-F387D11E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EC2577-6AAE-ED96-9798-C8AE2877287E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F4B2D-1E47-65A8-97AB-539DFAD31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258568"/>
            <a:ext cx="5420481" cy="369621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8224DC-1B5C-943C-96D8-0A946142CF04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2D9016-203C-C5A5-B714-2E9A4206377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67357037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D60D6-CCB0-010C-A131-CA246813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1F15-766B-4EE2-CA9E-B81B160A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B824-5A15-509C-F438-9196AC083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C92B1-3F38-63DF-5D98-EF55BC30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99072-59F4-71AC-9B86-D859044E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239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8303E8-DD7A-7294-6889-458A7C20605E}"/>
              </a:ext>
            </a:extLst>
          </p:cNvPr>
          <p:cNvSpPr/>
          <p:nvPr/>
        </p:nvSpPr>
        <p:spPr>
          <a:xfrm>
            <a:off x="2048540" y="1242837"/>
            <a:ext cx="27520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B1DAF3-78F9-4816-8755-7744C95B2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2253212"/>
            <a:ext cx="4953000" cy="390474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42CF23-4DBF-5787-9DE5-D6CDAD8D39BA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963A75-9D81-1339-78AD-1D0A3F7B67F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2437901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FD86-8474-AD0A-85E6-BDBEC0E3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B8F9-D6E0-7144-C9F2-850F8AEB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79CBB-07FD-D59B-9EBA-13E18BEA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EB108-AFF0-4882-D018-AE22CC08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306E-21B7-F141-00B5-2FC7D601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1027659"/>
            <a:ext cx="189464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0CD8B6-E72A-323B-A8B1-537AE2C83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133600"/>
            <a:ext cx="4616988" cy="394367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9B8430-5547-CB3E-5061-9BE652E218E9}"/>
              </a:ext>
            </a:extLst>
          </p:cNvPr>
          <p:cNvSpPr/>
          <p:nvPr/>
        </p:nvSpPr>
        <p:spPr>
          <a:xfrm>
            <a:off x="2661822" y="1224389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827DE0-A808-BAE1-DE63-726723AE79C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4452416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C0DD6-E968-626B-F3E6-9B66A755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2D12-7983-C4D2-5E2A-8925A374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26A0D-DAA0-42CD-050E-823C5ED7B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1E87A-C1F5-9432-55F3-F49A8BFD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CF32-95D0-2AB8-E426-FBC5F370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1027659"/>
            <a:ext cx="189464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28E01-892B-3C24-4984-3A6C01329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057400"/>
            <a:ext cx="4764445" cy="407067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4451D2-0B92-6D79-EE11-48D65506157D}"/>
              </a:ext>
            </a:extLst>
          </p:cNvPr>
          <p:cNvSpPr/>
          <p:nvPr/>
        </p:nvSpPr>
        <p:spPr>
          <a:xfrm>
            <a:off x="2767262" y="1279943"/>
            <a:ext cx="2752060" cy="5097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42F884-60A9-F60D-A53D-54631E36F15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59370053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3EA0E-905F-ED4C-7B52-E2C376C3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D8CF-37AF-8758-C249-0CBAA3FD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AEE20-4EE9-A7FC-8440-9F6749F2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E16DA-0537-30D3-64A1-F7AAA3AA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431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BC8E7-71C4-D099-BC36-544BF60B1B2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0582F7-A880-D1CA-6D7C-993EF7D3FFF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7315F1-940E-D059-4B7A-0C15C783E08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172B8-13E0-C1EA-1C1F-7F9945F96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2290320"/>
            <a:ext cx="5334000" cy="37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32285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52519-6FAA-02B9-DDAC-721061DA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C99A-202C-C18D-1B10-82939001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86155-25A8-4312-C4E6-43BBF8E6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952CB-877E-5B06-253D-94B41D4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431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D4302-70A1-BAC4-073F-2E2D68578F7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5D09A1-2513-31BB-7EE0-BCB3B2A63F3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0D9068-C3AF-7668-3980-9CB5F998D0A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1B0CD-D6DA-BC25-BC91-A109877BB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13" y="2286000"/>
            <a:ext cx="5162994" cy="38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7831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ED7CD-0160-C6F9-367F-27FF6BEFC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1403-3093-48BE-4E92-8362BCA3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A85E4-997D-F56F-EECE-1DA4556E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6784A-D5AA-B4B7-3D9B-96226181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431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1A590-B4F7-DE7D-81DF-6254DF80639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F1BCBE-5117-D391-60BD-96F7773D948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C09B54-EFBC-DC3F-BA47-8F1760AC3EC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BF56A5-C9FD-FB41-6C04-1BE03C01C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951" y="2307393"/>
            <a:ext cx="5633049" cy="366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021615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F7CBF-B066-A5FE-16F4-D2C11EA1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FECF-F9CB-951C-6064-492B9F0E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05210-FB43-F0AC-0D3A-41DD265E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90E0A-8203-7140-C018-26469C84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431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11A5D-3BA4-EAE6-9A1E-DC84F73A168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8178D6-74CA-7918-0FEE-13F70C9305A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E0E5C3-FFC2-C7AE-9C50-3CD114A0368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7C8543-18CA-99DB-16A2-F81534378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322" y="2454043"/>
            <a:ext cx="4944478" cy="355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9374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9765C-B4C7-66BB-7E6C-9F5527E3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E3ADA-9033-0EC1-A572-82792E31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A02BC-DA25-7464-43F6-B80F00E0B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48F33-57DD-7481-A1A5-19639F8C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431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AA6AD-2D7C-2DFA-86FD-00DF6927D35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9F2149-A562-B05F-AE09-D44CCC6C4C8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073A4E-9F4F-54F1-FEED-27A4F673D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385837"/>
            <a:ext cx="5600700" cy="35490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AD1DDA-3B1D-75EF-F1CE-1DD8BB52C96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6728338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D0FC3-7676-206F-7D7F-879E4545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8923-6980-3A1F-A484-03E0C752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C9931-41F3-F450-2CAE-AC92A299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2C870-7726-1CA6-8049-99C535B6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2BC52-B6DC-260B-0602-150BAA1C64FB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41DD2A-FD92-3175-A54B-0AF701D0ADF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553FC2-5D12-5FAD-881D-F750AA51D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53" y="2494895"/>
            <a:ext cx="5548747" cy="368783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7FE8F0-C9FC-2737-C033-F61291B2E33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28089050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1B8E1-4790-D413-5556-F19672AD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A787-D57F-4978-13AC-9AE1B222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90BA0-B090-BA13-7B29-757EDD30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4E1CB-76EE-7CFA-710D-B2FD9809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6A3E0-093F-C752-AF64-8BF7DFC7463E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6858E5-721A-B83D-EF38-FE0984B13B2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AEED9A-9FD2-AF53-CD5E-6383313C7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699" y="2372897"/>
            <a:ext cx="5982535" cy="380100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B0B59C-1645-AC95-F160-CCC0702D1EF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30324764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0E280-3886-6E5E-299C-5F3CAFC1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D53D-3093-1542-D74F-78F28204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E5A63-7A94-2B14-ED39-D80D957A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4EFAF-4786-97D0-E525-3C458300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249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BC483-4064-6811-118D-66FEBE213CF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F549A3-C03D-A68D-72C9-6ECCC6CD652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D0A5E-C28B-615E-A948-36B71516A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06" y="2299962"/>
            <a:ext cx="5410200" cy="36239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744631-B0C2-7CC4-E5C4-11CF27DA926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6706716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A7D66-E361-5849-A443-C57DC920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1FE-941A-1CE8-420E-764C563C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E60AB-A2EB-8775-ED0E-F02DF233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253B6-B449-5504-91E4-2A09CFB5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42EB7D-A9EA-963D-3A48-1413E6DBD1F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C5ACB2-6DA5-0F93-9331-8EBC868C5DC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344D1A-B9E0-3D2A-9CCC-6E0E180E5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454042"/>
            <a:ext cx="6420746" cy="37057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C2950B-3645-DA74-A336-3AFB12FD6B97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578444185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47F6F-609F-2ED2-F89E-351AE431E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696DF-25C5-6D4E-97B5-1692003D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23994-8E7A-B06C-76DA-00F07658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6F1BB-CD15-9970-9C54-8A4B96DE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62C21-B0D0-DE06-5C73-8EBCD97D595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2DD515-9B3B-404C-DA5A-9D8ECD189851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F141E4-615C-9C5B-48D5-A33A8AAC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136" y="2380847"/>
            <a:ext cx="5122797" cy="36389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AA7715-1BBA-3F83-5F29-B4ABCB2DCC0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7531415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0C2C-D35C-C31D-EDE6-BEF92AEE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B13B-1745-7100-C1C2-1D1B6230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FB03E-4BD2-23F2-A7CD-5313A6737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217E6-49F5-AA23-4925-C6DE54AA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55202-2DA6-EA33-4A48-EAC3514BBED6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2AC832-7D88-9D30-8E04-5B9DC6FB90F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7D99C3-6D52-D30F-CF2E-F6409D59B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443134"/>
            <a:ext cx="6496957" cy="300079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E69977-98B9-649B-2C38-51B665A25D2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1934148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4ADE-C315-0969-1101-6D61B317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2720-F4A6-3F80-150E-816C3C8C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22B8-851B-5B7C-5A70-E0D44BDC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BE9AB-F3DA-B8B6-16DB-EC0E9938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E78A6-3EAC-B38D-7DE1-498CE3C4D6D8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AB62BC-923F-E08D-6AA9-4D7D103D0AD4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5B68D-B792-77F7-4A06-4166F8299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53" y="2546654"/>
            <a:ext cx="6168926" cy="305527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9617B4-3C64-CECD-3E76-46092C1ED18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05625907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DFD2-4392-EBB1-D9B3-8CF29E4C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5CD68-61FD-BC48-DE5F-94F7CEBE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3468E-CDCF-97DA-4BE9-347EF011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52837-3431-051B-D021-E3207B26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5B0A5-1355-FA85-8ACD-23FDCF22636D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BE42C4-CE2F-8392-140D-4CBB8B6303C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89A4A1-5EE5-F848-2B50-41F9A8899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432082"/>
            <a:ext cx="6344535" cy="29912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5FF27D-B1EE-9B8E-DCDA-3A04F02A511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511058238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AD8C2-AA13-D7D6-8B56-7E6556E1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3CE78-0D70-A1E7-D8A8-BC4572FD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346D5-4558-3A1E-AFBD-4DD584C9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671BF-1FCF-A777-FB7F-F4022EF4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179B7-A11C-48EF-B42E-6AD7C110D52F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A68449-B1F8-62BD-3BF8-AE185139618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7DCC2A-E462-A7C7-415C-DB98CF05A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84" y="2454042"/>
            <a:ext cx="6275031" cy="326095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09FADA-F4F3-75C9-4C0D-A8032ACF925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94691936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5BD1-BA2D-FC87-C8C2-5FE4EE98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F91D-7904-8EE3-3F41-8E471955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349E14-E505-A428-68B1-6510F8C1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87EE6-CDD6-4564-3E51-97A17154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82D40-11C8-7B8F-BE96-1958CD6F3472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3E3A0D-001F-0767-22D9-36142730454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806545-9C4E-A95B-7428-593891980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80" y="2567116"/>
            <a:ext cx="5839640" cy="305795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41898D-6171-D573-BCF3-56E16E1F0EE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6107003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CE94-2B7B-1A16-D389-CA02BA58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21024-56BB-E2B7-47A2-38E5F2AB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1FFD3-4B81-019E-8E0B-29B8DF7A5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547D7-4402-057A-1C47-992C1E36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5C46B-61E5-D45B-E051-FB44D6F74CD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92553D-BCCF-98DF-3971-689FFDE5A819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6135B-BC0C-660B-B4BF-571FC0D4A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90" y="2428163"/>
            <a:ext cx="6230219" cy="322942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233C50-52AA-3F55-C8C8-5091D2F83FE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211369522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E517-2A26-43D1-97A9-CD90FF166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B575C-2C2D-A3B2-4C56-9568DE53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B6E60-F2C2-A9C2-4BB5-B3C2DBC1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1632D-2459-5225-1265-86C29E82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DC1EB-DD8F-6BA4-7F6C-DB9AC576285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8653FE-CE20-F09E-180F-ED971FEF35B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1B9B08-4EFA-C7B5-3AA5-5F19A2499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4934639" cy="30484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775957-5E19-E5C4-E644-A2C9D3C3CBF0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48250152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6CB74-5524-FED8-3DE6-F748E935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FB79-1A54-EF2F-12E5-B3E1A4D1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C49BB-7B33-F3A0-5B6C-ABA7A83AC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B5A85-DCAA-39F0-BF6E-38978667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259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8335A-8B97-6BD2-C086-89604B21FC5C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500836-1556-08B2-149A-E1CDD9D709CA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554D3-2032-7E5E-6507-4AC9D759C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605935"/>
            <a:ext cx="4858428" cy="28864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668C87-7728-6EEB-C0AA-868BCF8BD78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85203592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2B6F-44F0-F7C5-4661-30F6E26D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AEDC-466F-64BC-491E-280168FB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F17CE-2CC9-C93A-5DF9-0BEA19A6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78F94-5578-0617-DFDE-5751D07C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ACF35-655A-7B48-4B99-45D72778571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C7EA3A-EDB7-DCD2-DB81-3CD5010DED4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7EA84A-4AEF-1FB2-74CE-65C3162EA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65" y="2547794"/>
            <a:ext cx="5677735" cy="36254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E8D7F9-4719-7285-A797-34FFA2179CF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65142081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AD9A-F669-0976-E302-46F6A41B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3499-5536-710D-8495-92E5A67A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F7104-8203-C066-B880-1729293EF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2FCEB-E920-4060-B87D-9934AAD4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66F24-315B-B6CE-04C2-210B8ADC0FAA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D8E4CC-A9A8-1B95-A020-5E5C2158305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1800DF-6006-CF45-8B23-9429016B8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2450499"/>
            <a:ext cx="4953000" cy="364865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C0FBF5-CAC1-6E5C-5223-AE6B562636E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439519168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C3E1-F72B-D2BA-C6EE-568FED1A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C93E-C9D1-DF1C-8B70-E6D0FED5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4D21C-05C8-583A-2B56-7764D3BC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0C294-BCAF-1B39-9B1E-AD4D68B7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B32061-4976-42D8-E455-95DACA768F2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F4565B-9B75-4DC8-AEF0-A2C89BA0069F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8827A8-67E9-2026-570E-499F96E02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54042"/>
            <a:ext cx="5257800" cy="35451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7C09D4-6283-847F-FE25-595EEC724E7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24596631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4EA2-C9EB-0508-C2A6-1210413F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D958-540E-4A95-B120-BAC23B802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69141-C4BB-C83D-E98A-E34F7D7D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58DF1-F5D0-7A3D-F18B-8CDF2F1B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4BEB7-6984-9614-E264-5B9434834B97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7AA2D1-B9F5-66E7-3712-E806F2EFC06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1B03F-12CB-5299-E2BE-62FCE9A00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830" y="2454042"/>
            <a:ext cx="4921370" cy="35139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2915BA-AF47-2B55-844B-1065297818A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10847794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C7F3-BCE3-4BEC-691C-ECD5F81E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FCE1-AFFF-2C1F-78DF-89C5FD04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12E7C-58A6-682E-828D-5FC0ADF79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55A93-9F4D-544F-BB4C-9E013060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39928-995D-FBE9-D45A-5C39BC9F57F3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34414B-257C-3260-FB54-03E27E9D131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EC00D0-EED0-643C-3C7D-6F938290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1" y="2381822"/>
            <a:ext cx="4876800" cy="349474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4FB44B-5658-44CA-E95D-E0CF05E859DF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19819288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F6551-340F-78A8-A24B-DF0AF9F6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2BED-7D03-8697-B02A-A664C28E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B581C-2A48-FE18-7ED1-C206BCDF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A94AC-CDF8-E123-3C37-51615D0F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CB54B-3662-DD37-F2FA-C678D51BCB79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A1C6A1-A715-8E10-FA80-A134CCB28848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B4C2BE-E170-E2FF-8CB9-6E07F9505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78" y="2439665"/>
            <a:ext cx="5163271" cy="366763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A8BB6-3506-6229-E494-687B56932EE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28266835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D6AB-2650-CFE8-777B-5A51D25D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B321-836F-6ED1-60DC-EDFA4149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092FC-B2DE-C5D0-15D8-4A1E87A8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6B9B7-DD24-E849-FAD0-2E531E2F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6CA55-42BA-03F5-09D0-319FC6433A05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10C834-CBD5-84B1-B985-DD702C66695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4557A8-212A-0217-F819-F48EB64B6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86134"/>
            <a:ext cx="5181600" cy="364112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BA6410-60B6-568E-728F-828440C3CAE9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34705403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74EC-EF8B-43B6-C485-747215BD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C6E7-E8CA-5CB6-B15C-6DC16B6B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449C2-E277-9A89-BA87-F783C38A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1121" y="6290845"/>
            <a:ext cx="3276600" cy="365125"/>
          </a:xfrm>
        </p:spPr>
        <p:txBody>
          <a:bodyPr/>
          <a:lstStyle/>
          <a:p>
            <a:r>
              <a:rPr lang="es-ES" sz="1600" dirty="0"/>
              <a:t>Shambhu Kumar QSpiders | JSpiders, NOIDA</a:t>
            </a:r>
            <a:endParaRPr lang="en-US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D9287-6F50-9BAB-062B-BB2A8AA0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EBC61-0F51-F7B9-0360-7141002B8F70}"/>
              </a:ext>
            </a:extLst>
          </p:cNvPr>
          <p:cNvSpPr txBox="1"/>
          <p:nvPr/>
        </p:nvSpPr>
        <p:spPr>
          <a:xfrm>
            <a:off x="1600200" y="1530712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C7AA94-BE4A-74A0-E0D4-317E76D7B21E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7356B4-B007-EC6A-1CF6-101DF72FB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459793"/>
            <a:ext cx="4862978" cy="343391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38D581-A332-7202-6665-48431FD3F4EC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960075302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409B-FCFC-9717-821F-B226D433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8263-D679-6DB6-9E7E-BB2D9023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1879-39A2-27A6-52BB-5EE6B7381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9F1AD-7CC4-360D-111C-512CB272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2D2A2-4028-6B17-98AE-E03D42C7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645EE3-C909-C0D1-BED9-518D232A0E05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9C2BC-F265-2FDC-DFDE-DCB413C5C1C9}"/>
              </a:ext>
            </a:extLst>
          </p:cNvPr>
          <p:cNvSpPr txBox="1"/>
          <p:nvPr/>
        </p:nvSpPr>
        <p:spPr>
          <a:xfrm>
            <a:off x="312643" y="2281315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Pascal Triangle</a:t>
            </a:r>
            <a:r>
              <a:rPr lang="en-IN" sz="2000" dirty="0">
                <a:solidFill>
                  <a:srgbClr val="002060"/>
                </a:solidFill>
              </a:rPr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13D07C-BFB6-6271-3635-17A843BAE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04535"/>
            <a:ext cx="4800600" cy="32811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35DC1A-EEB8-237C-82C1-F510A73056D3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0422B5-1765-08A8-97C7-F968371D196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985419488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E891-B61A-F5EA-8C61-9A8A48D6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4125-428E-F55F-5F34-EEEC5B0C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6AF6-EAC2-1B32-C85F-676BEC705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BA7F5-9FAC-6573-A13C-7D6C81CD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56177-CE87-6F4D-D1E6-90BC4C05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" y="1408176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269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3BD7B5-DB18-6DB9-525B-1FC66F182870}"/>
              </a:ext>
            </a:extLst>
          </p:cNvPr>
          <p:cNvSpPr/>
          <p:nvPr/>
        </p:nvSpPr>
        <p:spPr>
          <a:xfrm>
            <a:off x="2048540" y="1242837"/>
            <a:ext cx="28282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6D1E11-789D-5EF2-FF8C-B604B5670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60" y="2662001"/>
            <a:ext cx="4991797" cy="29531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08B090-ABCC-7BAE-AD1C-0641E76F2392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51330059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530E-8DEF-B4A5-2733-814178FD9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A921-5886-DD0D-EA6F-AA038D41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8EC7-4672-FA5A-02F4-4FCC2192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45082-87E5-3882-60B1-818BCAAD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778AC-1331-5CE3-8563-51D3EC7F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3605D-C6FB-A5EC-E8C0-26459DC8310B}"/>
              </a:ext>
            </a:extLst>
          </p:cNvPr>
          <p:cNvSpPr txBox="1"/>
          <p:nvPr/>
        </p:nvSpPr>
        <p:spPr>
          <a:xfrm>
            <a:off x="1600200" y="1530712"/>
            <a:ext cx="54102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         </a:t>
            </a:r>
            <a:endParaRPr lang="en-IN" sz="2800" b="1" dirty="0"/>
          </a:p>
          <a:p>
            <a:endParaRPr lang="en-IN" sz="2800" b="1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EAA3F0-FE00-1073-04DD-B758D0379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76500"/>
            <a:ext cx="6997632" cy="29547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4D6274-1D52-E08B-4562-37B276394C60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FAC228-36D8-F348-B3FE-C5A360585313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70905522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02F64-DC41-7E34-AB6A-9894CF58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2FCF-CF82-B334-22AB-2CE14B4C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0E57-8566-2621-B9DC-854FBE181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9A17C-D7D4-196A-21B9-80D2B9B0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F1A9A-19AD-C4BE-A021-92186B5CB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218843-892E-74A8-54A5-47407627F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476500"/>
            <a:ext cx="6919868" cy="30099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B5C802-7357-90BA-157F-967741D6736C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37C01-8004-F55C-3EBB-98F021D4854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268543224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48FB-13FD-E3FD-0194-AF0BB7A4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5A2A-BD72-4A8E-A100-BCFE9791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AF3BE-9062-FB59-49CB-859FA2BF9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DC730-2BEC-6A90-0BE9-7293DD24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FB40-AF00-5400-CF79-1B6242AB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0CAD45-FEB1-9C95-06BD-39158EE90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992" y="2476500"/>
            <a:ext cx="2516016" cy="364053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2A2118-15B5-9CA4-DFA6-B87C8FDA6666}"/>
              </a:ext>
            </a:extLst>
          </p:cNvPr>
          <p:cNvSpPr/>
          <p:nvPr/>
        </p:nvSpPr>
        <p:spPr>
          <a:xfrm>
            <a:off x="2048540" y="1242837"/>
            <a:ext cx="2828260" cy="433563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FE3585-70E3-F0B6-BB24-C4E1DB98C84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416982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094F-A280-01B8-3075-8695BC5F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E2C8-091D-0693-2E84-E451F702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56358-AB0C-8C51-8003-4B95D2804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374CC-3055-4DBA-0C3A-1487BA5F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6C9B6-FF1F-CD1A-D9B8-9BA703D1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42900" y="1333500"/>
            <a:ext cx="2362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273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24FC91-B1FA-0F03-9611-A5866CD07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843052"/>
            <a:ext cx="5363323" cy="231489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1E3937-5BFD-7065-C80B-C0DD8160B7E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F4E02A-9615-8ACC-8A18-ED4258844D55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94149133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25D35-EAAE-D72A-3361-8F53B60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956A9-4B84-621D-A354-E1ADEC8EF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38DC-8F1C-0493-79B3-A3C94F10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C7933-1F60-0AAB-82DC-7DACBD151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48B31-DF59-B700-68B6-8333330C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218053"/>
            <a:ext cx="1958009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274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A3C5A5-95BB-698A-3D8F-F278A6C76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67712"/>
            <a:ext cx="5353797" cy="361047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DCBCE1-C13E-0E1D-C808-29CDF78F973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E03703-99E0-0333-884E-B9E19E39A52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6349210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F4164-3498-58D1-6CD5-1D49E24F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3AE4-C965-B8F3-35FD-25C3B9DD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347E-D09B-92AD-17DC-B87333A68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3A1EB-2AAD-C9E9-E69F-D84B4F2D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C8C58-D900-8723-1BBD-CEB180CC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B5F4C6-FCE6-3204-4DF7-F56CBC28E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882593"/>
            <a:ext cx="4829849" cy="220058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193612-3199-AA9B-7CB5-28B29CCC5B4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E3F257-598F-AF3C-F60A-3BE1A52E794E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673251439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0D7F-CAB9-76BE-BFD6-F96A2B88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9505-07CD-9FAC-26E1-663F160AE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E40C5-9E11-A298-1C89-979D91131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5074D-6BE5-4EF4-9138-1402D6A0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00EB-EA8C-65DF-FDC4-31A57A2A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276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858311-480C-8F5D-ED10-9811A946A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54372"/>
            <a:ext cx="5572903" cy="336279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EB8EDF-15EB-B138-3509-D33D765A2802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857138-794D-64FB-2B81-2108E7719E24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72211552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8100-E230-F712-8BCE-7EE68A43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D1AC-60BF-0621-59B7-7130217E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EE59-C84E-7E82-477F-3423F97E7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3F4DC-0F0E-D254-89A9-8E427A6D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2E665-FB8E-35FD-0388-0D87B3CF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277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7840AF-4C8F-5B4E-C047-E3D43AA71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928815"/>
            <a:ext cx="5001323" cy="176237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E8D51F-46B6-21D6-D5A8-E8F429C6A137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CBA6CC-B7D0-82BB-DF32-5C2FBC728498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51349946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E349-8A87-B3A6-CC93-3A13B166A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828A-5CF1-7818-B92A-7FDCDB6F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8BE82-34F4-4274-92A4-8A0AA02CD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F6DC3-7D24-6BE8-657F-13AD1C5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AFC12-280C-AC4B-2B45-45484DC8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1256074"/>
            <a:ext cx="2057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8876B6-DC6E-9D2D-BBBA-166AD3A29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734501"/>
            <a:ext cx="5715798" cy="286742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C22EC6E-7D7B-B87A-7BB3-87CF6A897526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57448D-3571-198F-F4CC-511397ADFB06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370124398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165B-AEC7-3D07-9FA4-74408906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39FE-A4F7-988E-7D92-28188896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B39C1-30ED-A81A-151E-4A99E7F0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7452E-B155-5BFE-BFCC-6EF6B80B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15F85-B915-4EE1-F6BC-1B59AE54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52400" y="1121316"/>
            <a:ext cx="20574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279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DC2605-6C55-5862-FF24-9C00DCB48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83548"/>
            <a:ext cx="5630061" cy="305795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05714A-029C-FE5F-547D-AFFD1B29B9D5}"/>
              </a:ext>
            </a:extLst>
          </p:cNvPr>
          <p:cNvSpPr/>
          <p:nvPr/>
        </p:nvSpPr>
        <p:spPr>
          <a:xfrm>
            <a:off x="2048540" y="1242837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8DBD65-A905-11C5-5E19-2E3D27628651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6891309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10BF4-C131-80D1-A634-2A52D85D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FF0-B0A4-E4E6-916E-EB3C231A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BDDC-9D6A-E9D2-805B-176C104C2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D45B4-7263-2B96-A8D6-704824AD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0ED8A-0974-2345-7350-B4E9B166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1027659"/>
            <a:ext cx="189464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280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E006F9-A8B5-A043-1125-FF7524114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5000"/>
            <a:ext cx="5953956" cy="437258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0CAC96-EA9B-319B-F750-BFAC7C11DA2A}"/>
              </a:ext>
            </a:extLst>
          </p:cNvPr>
          <p:cNvSpPr/>
          <p:nvPr/>
        </p:nvSpPr>
        <p:spPr>
          <a:xfrm>
            <a:off x="2351844" y="1224389"/>
            <a:ext cx="2753556" cy="601846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1AC6AE-33B9-032D-9A67-113570DCC32A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92478605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0964-EDE7-BDA4-CED4-2F94387A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C4B9-B7FC-15F1-64E7-024BE0490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31DBC-3E84-32CE-03F7-C8945F10C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D28BF-0FF1-8345-18F5-58DC2F18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A05D8-CA11-FD1A-3F78-3823A827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1027659"/>
            <a:ext cx="189464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281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C20F55-7ABA-3CFE-0253-6E811F4AC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391" y="2145712"/>
            <a:ext cx="5615410" cy="390868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137194-BCEC-EECF-D93A-4CB45CE57DD4}"/>
              </a:ext>
            </a:extLst>
          </p:cNvPr>
          <p:cNvSpPr/>
          <p:nvPr/>
        </p:nvSpPr>
        <p:spPr>
          <a:xfrm>
            <a:off x="2661822" y="1245193"/>
            <a:ext cx="2748378" cy="598561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6BBD50-2493-B913-19C0-730D68692D12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9AF135-D39B-6E3E-AD11-98B4496AE85B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7633051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147C-B26A-5990-6F87-52D6A096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63F4-E409-3059-E54E-E4082CE7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Pattern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B61ED-EE11-085C-2AE3-7FA5EA252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6670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C881E-1264-9372-FCA7-DE4DDFEB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101CE-3445-798A-28B1-85522DA2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1027659"/>
            <a:ext cx="1894644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282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EC804D-ADEB-F57D-78D8-5EDEF06BC7B4}"/>
              </a:ext>
            </a:extLst>
          </p:cNvPr>
          <p:cNvSpPr/>
          <p:nvPr/>
        </p:nvSpPr>
        <p:spPr>
          <a:xfrm>
            <a:off x="2661822" y="1294520"/>
            <a:ext cx="2857500" cy="749540"/>
          </a:xfrm>
          <a:prstGeom prst="roundRect">
            <a:avLst/>
          </a:prstGeom>
          <a:solidFill>
            <a:srgbClr val="FFC000"/>
          </a:solidFill>
          <a:ln w="76200">
            <a:solidFill>
              <a:srgbClr val="FFC000"/>
            </a:solidFill>
            <a:prstDash val="soli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LEVEL-III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749DD-09BD-DD48-F426-760BEAEBD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699" y="2743200"/>
            <a:ext cx="2670601" cy="336351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65E919-5A1D-BEB6-5FD9-71B01DFE398C}"/>
              </a:ext>
            </a:extLst>
          </p:cNvPr>
          <p:cNvSpPr/>
          <p:nvPr/>
        </p:nvSpPr>
        <p:spPr>
          <a:xfrm rot="19756096">
            <a:off x="5569025" y="462597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0C2A2B-50F0-8DFA-D6B4-9A166EB4372D}"/>
              </a:ext>
            </a:extLst>
          </p:cNvPr>
          <p:cNvSpPr/>
          <p:nvPr/>
        </p:nvSpPr>
        <p:spPr>
          <a:xfrm>
            <a:off x="152400" y="136525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3864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9399</TotalTime>
  <Words>7011</Words>
  <Application>Microsoft Office PowerPoint</Application>
  <PresentationFormat>On-screen Show (4:3)</PresentationFormat>
  <Paragraphs>1913</Paragraphs>
  <Slides>282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282</vt:i4>
      </vt:variant>
    </vt:vector>
  </HeadingPairs>
  <TitlesOfParts>
    <vt:vector size="286" baseType="lpstr">
      <vt:lpstr>Arial</vt:lpstr>
      <vt:lpstr>Calibri</vt:lpstr>
      <vt:lpstr>Times New Roman</vt:lpstr>
      <vt:lpstr>Office Theme</vt:lpstr>
      <vt:lpstr>PowerPoint Presentation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  <vt:lpstr>Pattern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7</cp:revision>
  <dcterms:created xsi:type="dcterms:W3CDTF">2006-08-16T00:00:00Z</dcterms:created>
  <dcterms:modified xsi:type="dcterms:W3CDTF">2025-11-13T07:37:22Z</dcterms:modified>
</cp:coreProperties>
</file>